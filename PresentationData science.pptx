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8" r:id="rId5"/>
    <p:sldId id="283" r:id="rId6"/>
    <p:sldId id="278" r:id="rId7"/>
    <p:sldId id="288" r:id="rId8"/>
    <p:sldId id="266" r:id="rId9"/>
    <p:sldId id="289" r:id="rId10"/>
    <p:sldId id="293" r:id="rId11"/>
    <p:sldId id="282" r:id="rId12"/>
    <p:sldId id="294" r:id="rId13"/>
    <p:sldId id="296" r:id="rId14"/>
    <p:sldId id="295" r:id="rId15"/>
    <p:sldId id="279" r:id="rId16"/>
    <p:sldId id="274" r:id="rId17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224" userDrawn="1">
          <p15:clr>
            <a:srgbClr val="A4A3A4"/>
          </p15:clr>
        </p15:guide>
        <p15:guide id="5" orient="horz" pos="408" userDrawn="1">
          <p15:clr>
            <a:srgbClr val="A4A3A4"/>
          </p15:clr>
        </p15:guide>
        <p15:guide id="6" orient="horz" pos="1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ADE015-98F0-4A23-83E8-B1010E2E86CE}" v="1565" dt="2026-04-09T13:56:55.928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8"/>
    <p:restoredTop sz="94830"/>
  </p:normalViewPr>
  <p:slideViewPr>
    <p:cSldViewPr snapToGrid="0" showGuides="1">
      <p:cViewPr varScale="1">
        <p:scale>
          <a:sx n="70" d="100"/>
          <a:sy n="70" d="100"/>
        </p:scale>
        <p:origin x="1171" y="278"/>
      </p:cViewPr>
      <p:guideLst>
        <p:guide orient="horz" pos="2184"/>
        <p:guide pos="456"/>
        <p:guide pos="3840"/>
        <p:guide pos="7224"/>
        <p:guide orient="horz" pos="408"/>
        <p:guide orient="horz" pos="1392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odie OSSWALD" userId="b14b194599209ce1" providerId="LiveId" clId="{E68268D0-CD54-43AC-BC59-6BDF7D844578}"/>
    <pc:docChg chg="delSld modSld">
      <pc:chgData name="Elodie OSSWALD" userId="b14b194599209ce1" providerId="LiveId" clId="{E68268D0-CD54-43AC-BC59-6BDF7D844578}" dt="2026-04-09T14:11:31.780" v="10" actId="14100"/>
      <pc:docMkLst>
        <pc:docMk/>
      </pc:docMkLst>
      <pc:sldChg chg="modSp mod">
        <pc:chgData name="Elodie OSSWALD" userId="b14b194599209ce1" providerId="LiveId" clId="{E68268D0-CD54-43AC-BC59-6BDF7D844578}" dt="2026-04-09T14:11:31.780" v="10" actId="14100"/>
        <pc:sldMkLst>
          <pc:docMk/>
          <pc:sldMk cId="622709411" sldId="282"/>
        </pc:sldMkLst>
        <pc:spChg chg="mod">
          <ac:chgData name="Elodie OSSWALD" userId="b14b194599209ce1" providerId="LiveId" clId="{E68268D0-CD54-43AC-BC59-6BDF7D844578}" dt="2026-04-09T14:11:18.350" v="8" actId="1076"/>
          <ac:spMkLst>
            <pc:docMk/>
            <pc:sldMk cId="622709411" sldId="282"/>
            <ac:spMk id="37" creationId="{5A0B6713-6115-DBBD-CBC0-46106669FA1C}"/>
          </ac:spMkLst>
        </pc:spChg>
        <pc:spChg chg="mod">
          <ac:chgData name="Elodie OSSWALD" userId="b14b194599209ce1" providerId="LiveId" clId="{E68268D0-CD54-43AC-BC59-6BDF7D844578}" dt="2026-04-09T14:10:59.800" v="5" actId="1076"/>
          <ac:spMkLst>
            <pc:docMk/>
            <pc:sldMk cId="622709411" sldId="282"/>
            <ac:spMk id="39" creationId="{1957AB55-4D8E-24DA-CB1A-BD54AF067F3B}"/>
          </ac:spMkLst>
        </pc:spChg>
        <pc:spChg chg="mod">
          <ac:chgData name="Elodie OSSWALD" userId="b14b194599209ce1" providerId="LiveId" clId="{E68268D0-CD54-43AC-BC59-6BDF7D844578}" dt="2026-04-09T14:11:31.780" v="10" actId="14100"/>
          <ac:spMkLst>
            <pc:docMk/>
            <pc:sldMk cId="622709411" sldId="282"/>
            <ac:spMk id="40" creationId="{72102954-E5EA-A3D4-1148-142C34A8C9E2}"/>
          </ac:spMkLst>
        </pc:spChg>
      </pc:sldChg>
      <pc:sldChg chg="del">
        <pc:chgData name="Elodie OSSWALD" userId="b14b194599209ce1" providerId="LiveId" clId="{E68268D0-CD54-43AC-BC59-6BDF7D844578}" dt="2026-04-09T14:10:32.164" v="0" actId="2696"/>
        <pc:sldMkLst>
          <pc:docMk/>
          <pc:sldMk cId="3637031163" sldId="2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B59C9DEE-5A32-E0A6-9FDC-FC0A6AE33A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CB40541-3969-91F7-1C1B-C22D64D94D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ECAA93D1-D646-4BBE-A7FF-9E8922E2ED04}" type="datetime1">
              <a:rPr lang="fr-FR" smtClean="0"/>
              <a:t>09/04/2026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AE9139F-698F-3A6E-E150-2991D68CE1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B58A415-5F98-9BA9-BEF5-31197FB930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04C1A770-BC94-4251-9494-95BA8C99FD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02770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fld id="{E76B4465-1674-43CA-B5EE-1E45780B96EF}" type="datetime1">
              <a:rPr lang="fr-FR" smtClean="0"/>
              <a:pPr/>
              <a:t>09/04/2026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339D21CC-DD94-204E-93C8-E1AAF3084C8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051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339D21CC-DD94-204E-93C8-E1AAF3084C8D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3048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339D21CC-DD94-204E-93C8-E1AAF3084C8D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2244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339D21CC-DD94-204E-93C8-E1AAF3084C8D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684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38709-0271-0E30-DDC0-A7FA9D917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5C072D92-6991-5D3E-F9C0-B24D767BA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A2C5218-E535-FE81-CCFE-C0526EE67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8C6FAA-4672-1231-D772-26DBD371D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339D21CC-DD94-204E-93C8-E1AAF3084C8D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7948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339D21CC-DD94-204E-93C8-E1AAF3084C8D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559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>
                <a:solidFill>
                  <a:srgbClr val="231F20"/>
                </a:solidFill>
              </a:rPr>
              <a:t>=&gt; Impaire de </a:t>
            </a:r>
            <a:r>
              <a:rPr lang="fr-FR" dirty="0" err="1">
                <a:solidFill>
                  <a:srgbClr val="231F20"/>
                </a:solidFill>
              </a:rPr>
              <a:t>preferences</a:t>
            </a:r>
            <a:r>
              <a:rPr lang="fr-FR" dirty="0">
                <a:solidFill>
                  <a:srgbClr val="231F20"/>
                </a:solidFill>
              </a:rPr>
              <a:t> dans l'utilisation </a:t>
            </a:r>
            <a:r>
              <a:rPr lang="fr-FR" dirty="0" err="1">
                <a:solidFill>
                  <a:srgbClr val="231F20"/>
                </a:solidFill>
              </a:rPr>
              <a:t>pr</a:t>
            </a:r>
            <a:r>
              <a:rPr lang="fr-FR" dirty="0">
                <a:solidFill>
                  <a:srgbClr val="231F20"/>
                </a:solidFill>
              </a:rPr>
              <a:t> la classification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39D21CC-DD94-204E-93C8-E1AAF3084C8D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0682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C51E5-29D5-D035-76F3-EB0C7D29A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AB2B68E7-7541-8D1D-3BF0-6564860A8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9422649-706C-40DA-80E1-BEC9B8788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DF55CF-E736-AE83-D0DD-458374E61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339D21CC-DD94-204E-93C8-E1AAF3084C8D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3969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339D21CC-DD94-204E-93C8-E1AAF3084C8D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23746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D3214-5FB0-07C0-3582-FDFED3AF6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04A013C9-1F59-6F97-A084-558322749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0272638-9DD3-C1F3-F0FA-B9570EA76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4CEF23-D661-49E2-1AA4-7F7F7E09A1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339D21CC-DD94-204E-93C8-E1AAF3084C8D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23778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5A63E-BD04-AE8C-2302-1D36F010B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16D1635-2AFF-2D75-28A4-7CAEDAAFF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14FBC50-34E8-82B5-91B0-59D50FDCF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803A6D-A2E6-B4B5-6D1C-12E6616EF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339D21CC-DD94-204E-93C8-E1AAF3084C8D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7052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B16D1-FCD4-CDCA-1CEB-A614DE4C2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EEEDC24-AD17-E1EF-939D-620A56CAD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4F4182A-D3EB-5D94-76B4-F7681022A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8B4634-A8B7-47F8-E9B4-F64F2538F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339D21CC-DD94-204E-93C8-E1AAF3084C8D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8856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339D21CC-DD94-204E-93C8-E1AAF3084C8D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86905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339D21CC-DD94-204E-93C8-E1AAF3084C8D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8687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sme 7">
            <a:extLst>
              <a:ext uri="{FF2B5EF4-FFF2-40B4-BE49-F238E27FC236}">
                <a16:creationId xmlns:a16="http://schemas.microsoft.com/office/drawing/2014/main" id="{1B4A24E8-C109-4F3A-CEE5-84689AA13B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0949" b="27959"/>
          <a:stretch>
            <a:fillRect/>
          </a:stretch>
        </p:blipFill>
        <p:spPr>
          <a:xfrm>
            <a:off x="9830598" y="1496755"/>
            <a:ext cx="2361462" cy="5361246"/>
          </a:xfrm>
          <a:custGeom>
            <a:avLst/>
            <a:gdLst>
              <a:gd name="connsiteX0" fmla="*/ 0 w 2361462"/>
              <a:gd name="connsiteY0" fmla="*/ 0 h 5361246"/>
              <a:gd name="connsiteX1" fmla="*/ 2361462 w 2361462"/>
              <a:gd name="connsiteY1" fmla="*/ 0 h 5361246"/>
              <a:gd name="connsiteX2" fmla="*/ 2361462 w 2361462"/>
              <a:gd name="connsiteY2" fmla="*/ 5361246 h 5361246"/>
              <a:gd name="connsiteX3" fmla="*/ 0 w 2361462"/>
              <a:gd name="connsiteY3" fmla="*/ 5361246 h 5361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1462" h="5361246">
                <a:moveTo>
                  <a:pt x="0" y="0"/>
                </a:moveTo>
                <a:lnTo>
                  <a:pt x="2361462" y="0"/>
                </a:lnTo>
                <a:lnTo>
                  <a:pt x="2361462" y="5361246"/>
                </a:lnTo>
                <a:lnTo>
                  <a:pt x="0" y="5361246"/>
                </a:lnTo>
                <a:close/>
              </a:path>
            </a:pathLst>
          </a:custGeom>
        </p:spPr>
      </p:pic>
      <p:pic>
        <p:nvPicPr>
          <p:cNvPr id="10" name="Graphisme 9">
            <a:extLst>
              <a:ext uri="{FF2B5EF4-FFF2-40B4-BE49-F238E27FC236}">
                <a16:creationId xmlns:a16="http://schemas.microsoft.com/office/drawing/2014/main" id="{69497D1C-2169-2658-B8BB-0495216A4B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0421" b="19612"/>
          <a:stretch>
            <a:fillRect/>
          </a:stretch>
        </p:blipFill>
        <p:spPr>
          <a:xfrm>
            <a:off x="10352634" y="2036470"/>
            <a:ext cx="1839366" cy="4821530"/>
          </a:xfrm>
          <a:custGeom>
            <a:avLst/>
            <a:gdLst>
              <a:gd name="connsiteX0" fmla="*/ 0 w 1777810"/>
              <a:gd name="connsiteY0" fmla="*/ 0 h 4821530"/>
              <a:gd name="connsiteX1" fmla="*/ 1777810 w 1777810"/>
              <a:gd name="connsiteY1" fmla="*/ 0 h 4821530"/>
              <a:gd name="connsiteX2" fmla="*/ 1777810 w 1777810"/>
              <a:gd name="connsiteY2" fmla="*/ 4821530 h 4821530"/>
              <a:gd name="connsiteX3" fmla="*/ 0 w 1777810"/>
              <a:gd name="connsiteY3" fmla="*/ 4821530 h 482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7810" h="4821530">
                <a:moveTo>
                  <a:pt x="0" y="0"/>
                </a:moveTo>
                <a:lnTo>
                  <a:pt x="1777810" y="0"/>
                </a:lnTo>
                <a:lnTo>
                  <a:pt x="1777810" y="4821530"/>
                </a:lnTo>
                <a:lnTo>
                  <a:pt x="0" y="4821530"/>
                </a:lnTo>
                <a:close/>
              </a:path>
            </a:pathLst>
          </a:custGeom>
        </p:spPr>
      </p:pic>
      <p:pic>
        <p:nvPicPr>
          <p:cNvPr id="12" name="Graphisme 11">
            <a:extLst>
              <a:ext uri="{FF2B5EF4-FFF2-40B4-BE49-F238E27FC236}">
                <a16:creationId xmlns:a16="http://schemas.microsoft.com/office/drawing/2014/main" id="{CA85067D-406E-8FBD-CAD7-FC3FEDE410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427" r="11071"/>
          <a:stretch>
            <a:fillRect/>
          </a:stretch>
        </p:blipFill>
        <p:spPr>
          <a:xfrm>
            <a:off x="1" y="4917240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pic>
        <p:nvPicPr>
          <p:cNvPr id="14" name="Graphique 13">
            <a:extLst>
              <a:ext uri="{FF2B5EF4-FFF2-40B4-BE49-F238E27FC236}">
                <a16:creationId xmlns:a16="http://schemas.microsoft.com/office/drawing/2014/main" id="{CCC84229-A616-7DBF-80DE-339B893E9C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010" t="41466"/>
          <a:stretch>
            <a:fillRect/>
          </a:stretch>
        </p:blipFill>
        <p:spPr>
          <a:xfrm>
            <a:off x="2" y="2"/>
            <a:ext cx="3767431" cy="1009819"/>
          </a:xfrm>
          <a:custGeom>
            <a:avLst/>
            <a:gdLst>
              <a:gd name="connsiteX0" fmla="*/ 0 w 3767431"/>
              <a:gd name="connsiteY0" fmla="*/ 0 h 1009819"/>
              <a:gd name="connsiteX1" fmla="*/ 3767431 w 3767431"/>
              <a:gd name="connsiteY1" fmla="*/ 0 h 1009819"/>
              <a:gd name="connsiteX2" fmla="*/ 3767431 w 3767431"/>
              <a:gd name="connsiteY2" fmla="*/ 1009819 h 1009819"/>
              <a:gd name="connsiteX3" fmla="*/ 0 w 3767431"/>
              <a:gd name="connsiteY3" fmla="*/ 1009819 h 100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7431" h="1009819">
                <a:moveTo>
                  <a:pt x="0" y="0"/>
                </a:moveTo>
                <a:lnTo>
                  <a:pt x="3767431" y="0"/>
                </a:lnTo>
                <a:lnTo>
                  <a:pt x="3767431" y="1009819"/>
                </a:lnTo>
                <a:lnTo>
                  <a:pt x="0" y="1009819"/>
                </a:lnTo>
                <a:close/>
              </a:path>
            </a:pathLst>
          </a:custGeom>
        </p:spPr>
      </p:pic>
      <p:pic>
        <p:nvPicPr>
          <p:cNvPr id="16" name="Graphique 15">
            <a:extLst>
              <a:ext uri="{FF2B5EF4-FFF2-40B4-BE49-F238E27FC236}">
                <a16:creationId xmlns:a16="http://schemas.microsoft.com/office/drawing/2014/main" id="{AFF238C4-81CD-3A8B-6CD4-36EC3C74A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427" r="11071"/>
          <a:stretch>
            <a:fillRect/>
          </a:stretch>
        </p:blipFill>
        <p:spPr>
          <a:xfrm>
            <a:off x="1" y="5590419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sp>
        <p:nvSpPr>
          <p:cNvPr id="18" name="Ovale 17">
            <a:extLst>
              <a:ext uri="{FF2B5EF4-FFF2-40B4-BE49-F238E27FC236}">
                <a16:creationId xmlns:a16="http://schemas.microsoft.com/office/drawing/2014/main" id="{63E3A363-145F-206F-266C-B9E2B0FAB7DD}"/>
              </a:ext>
            </a:extLst>
          </p:cNvPr>
          <p:cNvSpPr/>
          <p:nvPr userDrawn="1"/>
        </p:nvSpPr>
        <p:spPr>
          <a:xfrm>
            <a:off x="9250598" y="471605"/>
            <a:ext cx="2157097" cy="2157097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3DE02E05-595A-16CF-6266-62538DFC16D0}"/>
              </a:ext>
            </a:extLst>
          </p:cNvPr>
          <p:cNvSpPr/>
          <p:nvPr userDrawn="1"/>
        </p:nvSpPr>
        <p:spPr>
          <a:xfrm>
            <a:off x="7940285" y="4985135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3D85649E-04BD-5186-BD79-8AA93DD3249B}"/>
              </a:ext>
            </a:extLst>
          </p:cNvPr>
          <p:cNvSpPr/>
          <p:nvPr userDrawn="1"/>
        </p:nvSpPr>
        <p:spPr>
          <a:xfrm>
            <a:off x="7940285" y="5679283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253DCF60-4DBD-60A8-147B-E448AF1810D5}"/>
              </a:ext>
            </a:extLst>
          </p:cNvPr>
          <p:cNvSpPr/>
          <p:nvPr userDrawn="1"/>
        </p:nvSpPr>
        <p:spPr>
          <a:xfrm>
            <a:off x="2930516" y="246834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69CAD9A-42EA-5081-7FB2-7E583DDE1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912" y="2359152"/>
            <a:ext cx="6528816" cy="1883664"/>
          </a:xfrm>
        </p:spPr>
        <p:txBody>
          <a:bodyPr rtlCol="0" anchor="t">
            <a:noAutofit/>
          </a:bodyPr>
          <a:lstStyle>
            <a:lvl1pPr algn="l">
              <a:defRPr lang="fr-FR" sz="5900"/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B3C71F-CB44-ACA0-AF0E-CD2A4DA71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912" y="1947672"/>
            <a:ext cx="5943600" cy="411480"/>
          </a:xfrm>
        </p:spPr>
        <p:txBody>
          <a:bodyPr rtlCol="0"/>
          <a:lstStyle>
            <a:lvl1pPr marL="0" indent="0" algn="l">
              <a:buNone/>
              <a:defRPr lang="fr-FR" sz="2400"/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Modifiez le style des sous-titres du masque</a:t>
            </a:r>
          </a:p>
        </p:txBody>
      </p:sp>
      <p:pic>
        <p:nvPicPr>
          <p:cNvPr id="26" name="Graphisme 25">
            <a:extLst>
              <a:ext uri="{FF2B5EF4-FFF2-40B4-BE49-F238E27FC236}">
                <a16:creationId xmlns:a16="http://schemas.microsoft.com/office/drawing/2014/main" id="{0FD1BB09-A7ED-BA2F-D5C0-000FA9FC24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498771">
            <a:off x="1238845" y="2129773"/>
            <a:ext cx="1501346" cy="150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5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e 57">
            <a:extLst>
              <a:ext uri="{FF2B5EF4-FFF2-40B4-BE49-F238E27FC236}">
                <a16:creationId xmlns:a16="http://schemas.microsoft.com/office/drawing/2014/main" id="{7F9A3535-D85B-F023-B8C0-28D2FEAAD9E0}"/>
              </a:ext>
            </a:extLst>
          </p:cNvPr>
          <p:cNvGrpSpPr/>
          <p:nvPr userDrawn="1"/>
        </p:nvGrpSpPr>
        <p:grpSpPr>
          <a:xfrm>
            <a:off x="1" y="3827512"/>
            <a:ext cx="12198945" cy="3030489"/>
            <a:chOff x="1" y="3827512"/>
            <a:chExt cx="12198945" cy="3030489"/>
          </a:xfrm>
        </p:grpSpPr>
        <p:sp>
          <p:nvSpPr>
            <p:cNvPr id="57" name="Forme libre : Forme 56">
              <a:extLst>
                <a:ext uri="{FF2B5EF4-FFF2-40B4-BE49-F238E27FC236}">
                  <a16:creationId xmlns:a16="http://schemas.microsoft.com/office/drawing/2014/main" id="{C11C7D54-0954-B838-DA12-86EA86543A54}"/>
                </a:ext>
              </a:extLst>
            </p:cNvPr>
            <p:cNvSpPr/>
            <p:nvPr userDrawn="1"/>
          </p:nvSpPr>
          <p:spPr>
            <a:xfrm>
              <a:off x="11488761" y="5133340"/>
              <a:ext cx="521208" cy="1724660"/>
            </a:xfrm>
            <a:custGeom>
              <a:avLst/>
              <a:gdLst>
                <a:gd name="connsiteX0" fmla="*/ 834 w 513332"/>
                <a:gd name="connsiteY0" fmla="*/ -1393 h 1623974"/>
                <a:gd name="connsiteX1" fmla="*/ 514166 w 513332"/>
                <a:gd name="connsiteY1" fmla="*/ -1393 h 1623974"/>
                <a:gd name="connsiteX2" fmla="*/ 514166 w 513332"/>
                <a:gd name="connsiteY2" fmla="*/ 1622582 h 1623974"/>
                <a:gd name="connsiteX3" fmla="*/ 834 w 513332"/>
                <a:gd name="connsiteY3" fmla="*/ 1622582 h 162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32" h="1623974">
                  <a:moveTo>
                    <a:pt x="834" y="-1393"/>
                  </a:moveTo>
                  <a:lnTo>
                    <a:pt x="514166" y="-1393"/>
                  </a:lnTo>
                  <a:lnTo>
                    <a:pt x="514166" y="1622582"/>
                  </a:lnTo>
                  <a:lnTo>
                    <a:pt x="834" y="1622582"/>
                  </a:lnTo>
                  <a:close/>
                </a:path>
              </a:pathLst>
            </a:custGeom>
            <a:solidFill>
              <a:schemeClr val="accent1"/>
            </a:solidFill>
            <a:ln w="282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pic>
          <p:nvPicPr>
            <p:cNvPr id="55" name="Graphisme 54">
              <a:extLst>
                <a:ext uri="{FF2B5EF4-FFF2-40B4-BE49-F238E27FC236}">
                  <a16:creationId xmlns:a16="http://schemas.microsoft.com/office/drawing/2014/main" id="{E49D87C6-232E-E91C-0D76-756637414E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9291" r="42583" b="30832"/>
            <a:stretch>
              <a:fillRect/>
            </a:stretch>
          </p:blipFill>
          <p:spPr>
            <a:xfrm>
              <a:off x="1" y="3827512"/>
              <a:ext cx="12198945" cy="3030489"/>
            </a:xfrm>
            <a:custGeom>
              <a:avLst/>
              <a:gdLst>
                <a:gd name="connsiteX0" fmla="*/ 0 w 12198945"/>
                <a:gd name="connsiteY0" fmla="*/ 0 h 3030489"/>
                <a:gd name="connsiteX1" fmla="*/ 12198945 w 12198945"/>
                <a:gd name="connsiteY1" fmla="*/ 0 h 3030489"/>
                <a:gd name="connsiteX2" fmla="*/ 12198945 w 12198945"/>
                <a:gd name="connsiteY2" fmla="*/ 1369519 h 3030489"/>
                <a:gd name="connsiteX3" fmla="*/ 11240822 w 12198945"/>
                <a:gd name="connsiteY3" fmla="*/ 1369519 h 3030489"/>
                <a:gd name="connsiteX4" fmla="*/ 11240822 w 12198945"/>
                <a:gd name="connsiteY4" fmla="*/ 3030489 h 3030489"/>
                <a:gd name="connsiteX5" fmla="*/ 0 w 12198945"/>
                <a:gd name="connsiteY5" fmla="*/ 3030489 h 3030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8945" h="3030489">
                  <a:moveTo>
                    <a:pt x="0" y="0"/>
                  </a:moveTo>
                  <a:lnTo>
                    <a:pt x="12198945" y="0"/>
                  </a:lnTo>
                  <a:lnTo>
                    <a:pt x="12198945" y="1369519"/>
                  </a:lnTo>
                  <a:lnTo>
                    <a:pt x="11240822" y="1369519"/>
                  </a:lnTo>
                  <a:lnTo>
                    <a:pt x="11240822" y="3030489"/>
                  </a:lnTo>
                  <a:lnTo>
                    <a:pt x="0" y="3030489"/>
                  </a:lnTo>
                  <a:close/>
                </a:path>
              </a:pathLst>
            </a:cu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 rtlCol="0"/>
          <a:lstStyle>
            <a:lvl1pPr marL="0" indent="0">
              <a:buNone/>
              <a:defRPr lang="fr-FR" sz="1800"/>
            </a:lvl1pPr>
            <a:lvl2pPr marL="283464">
              <a:defRPr lang="fr-FR" sz="1800"/>
            </a:lvl2pPr>
            <a:lvl3pPr marL="566928">
              <a:defRPr lang="fr-FR" sz="1600"/>
            </a:lvl3pPr>
            <a:lvl4pPr marL="758952">
              <a:defRPr lang="fr-FR" sz="1400"/>
            </a:lvl4pPr>
            <a:lvl5pPr marL="1042416">
              <a:defRPr lang="fr-FR" sz="1400"/>
            </a:lvl5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11" name="Forme libre 65">
            <a:extLst>
              <a:ext uri="{FF2B5EF4-FFF2-40B4-BE49-F238E27FC236}">
                <a16:creationId xmlns:a16="http://schemas.microsoft.com/office/drawing/2014/main" id="{232AA84F-639D-A24B-BB67-2694CC069C65}"/>
              </a:ext>
            </a:extLst>
          </p:cNvPr>
          <p:cNvSpPr/>
          <p:nvPr/>
        </p:nvSpPr>
        <p:spPr>
          <a:xfrm>
            <a:off x="838989" y="5178370"/>
            <a:ext cx="2157098" cy="1679630"/>
          </a:xfrm>
          <a:custGeom>
            <a:avLst/>
            <a:gdLst>
              <a:gd name="connsiteX0" fmla="*/ 1078549 w 2157098"/>
              <a:gd name="connsiteY0" fmla="*/ 0 h 1679630"/>
              <a:gd name="connsiteX1" fmla="*/ 2157098 w 2157098"/>
              <a:gd name="connsiteY1" fmla="*/ 1078549 h 1679630"/>
              <a:gd name="connsiteX2" fmla="*/ 2072341 w 2157098"/>
              <a:gd name="connsiteY2" fmla="*/ 1498369 h 1679630"/>
              <a:gd name="connsiteX3" fmla="*/ 1973955 w 2157098"/>
              <a:gd name="connsiteY3" fmla="*/ 1679630 h 1679630"/>
              <a:gd name="connsiteX4" fmla="*/ 183143 w 2157098"/>
              <a:gd name="connsiteY4" fmla="*/ 1679630 h 1679630"/>
              <a:gd name="connsiteX5" fmla="*/ 84758 w 2157098"/>
              <a:gd name="connsiteY5" fmla="*/ 1498369 h 1679630"/>
              <a:gd name="connsiteX6" fmla="*/ 0 w 2157098"/>
              <a:gd name="connsiteY6" fmla="*/ 1078549 h 1679630"/>
              <a:gd name="connsiteX7" fmla="*/ 1078549 w 2157098"/>
              <a:gd name="connsiteY7" fmla="*/ 0 h 1679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679630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1" y="1498369"/>
                </a:cubicBezTo>
                <a:lnTo>
                  <a:pt x="1973955" y="1679630"/>
                </a:lnTo>
                <a:lnTo>
                  <a:pt x="183143" y="1679630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439B8E7B-82C3-F9D6-9E34-8F76C40C8539}"/>
              </a:ext>
            </a:extLst>
          </p:cNvPr>
          <p:cNvSpPr/>
          <p:nvPr/>
        </p:nvSpPr>
        <p:spPr>
          <a:xfrm>
            <a:off x="9626717" y="49909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60" name="Espace réservé du pied de page 59">
            <a:extLst>
              <a:ext uri="{FF2B5EF4-FFF2-40B4-BE49-F238E27FC236}">
                <a16:creationId xmlns:a16="http://schemas.microsoft.com/office/drawing/2014/main" id="{EACDB755-CEBA-6C68-443D-525463E80D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61" name="Espace réservé du numéro de diapositive 60">
            <a:extLst>
              <a:ext uri="{FF2B5EF4-FFF2-40B4-BE49-F238E27FC236}">
                <a16:creationId xmlns:a16="http://schemas.microsoft.com/office/drawing/2014/main" id="{307D0F4E-2944-C947-2B6E-0547303F25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C43B8D3-9A08-F84C-9DD4-44948BA52D4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8239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8912"/>
            <a:ext cx="8762246" cy="1325880"/>
          </a:xfrm>
        </p:spPr>
        <p:txBody>
          <a:bodyPr rtlCol="0"/>
          <a:lstStyle>
            <a:lvl1pPr>
              <a:defRPr lang="fr-FR" sz="6600"/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8596636-128C-4D64-E63E-16619F5CD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892808"/>
            <a:ext cx="8659368" cy="749808"/>
          </a:xfrm>
          <a:solidFill>
            <a:schemeClr val="accent1">
              <a:lumMod val="75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D5E065C5-B7CB-9146-3A7C-A6F39CA9B2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880" y="1792224"/>
            <a:ext cx="960120" cy="9601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00</a:t>
            </a: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BD0306DB-B174-37A8-719D-C89F9EE118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891790"/>
            <a:ext cx="8659368" cy="749808"/>
          </a:xfrm>
          <a:solidFill>
            <a:schemeClr val="accent2">
              <a:lumMod val="75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15" name="Espace réservé du texte 13">
            <a:extLst>
              <a:ext uri="{FF2B5EF4-FFF2-40B4-BE49-F238E27FC236}">
                <a16:creationId xmlns:a16="http://schemas.microsoft.com/office/drawing/2014/main" id="{D80DBC95-A30E-E3C3-6A02-0DE7F6995B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3880" y="2784348"/>
            <a:ext cx="960120" cy="9601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00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CFF0762B-1AD3-943D-F4CC-9D5CF57405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890772"/>
            <a:ext cx="8659368" cy="749808"/>
          </a:xfrm>
          <a:solidFill>
            <a:schemeClr val="accent4">
              <a:lumMod val="75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16" name="Espace réservé du texte 13">
            <a:extLst>
              <a:ext uri="{FF2B5EF4-FFF2-40B4-BE49-F238E27FC236}">
                <a16:creationId xmlns:a16="http://schemas.microsoft.com/office/drawing/2014/main" id="{51060427-2619-E83D-D977-65854C7A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3880" y="3776472"/>
            <a:ext cx="960120" cy="9601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00</a:t>
            </a:r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8B28E366-646A-5633-0E0C-1BB99B27FD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889754"/>
            <a:ext cx="8659368" cy="749808"/>
          </a:xfrm>
          <a:solidFill>
            <a:schemeClr val="tx1">
              <a:lumMod val="90000"/>
              <a:lumOff val="10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2A38A746-8D71-1D08-BD7B-347D1E5985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3880" y="4768596"/>
            <a:ext cx="960120" cy="960120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00</a:t>
            </a: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CB500DDB-4549-EAE1-1AA8-DBD382D2B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888736"/>
            <a:ext cx="8659368" cy="749808"/>
          </a:xfrm>
          <a:solidFill>
            <a:schemeClr val="accent3">
              <a:lumMod val="75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EC619F49-49DD-DF7B-37A0-6104FF3C2B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3880" y="5760720"/>
            <a:ext cx="960120" cy="9601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fr-FR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1619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 hidden="1">
            <a:extLst>
              <a:ext uri="{FF2B5EF4-FFF2-40B4-BE49-F238E27FC236}">
                <a16:creationId xmlns:a16="http://schemas.microsoft.com/office/drawing/2014/main" id="{25EA7C35-FF1A-FBFD-05A2-718EB0D16B65}"/>
              </a:ext>
            </a:extLst>
          </p:cNvPr>
          <p:cNvSpPr/>
          <p:nvPr/>
        </p:nvSpPr>
        <p:spPr>
          <a:xfrm>
            <a:off x="233681" y="2011679"/>
            <a:ext cx="3195438" cy="3286867"/>
          </a:xfrm>
          <a:custGeom>
            <a:avLst/>
            <a:gdLst>
              <a:gd name="connsiteX0" fmla="*/ 2213 w 9357201"/>
              <a:gd name="connsiteY0" fmla="*/ -650 h 3276674"/>
              <a:gd name="connsiteX1" fmla="*/ 8009370 w 9357201"/>
              <a:gd name="connsiteY1" fmla="*/ -650 h 3276674"/>
              <a:gd name="connsiteX2" fmla="*/ 9359415 w 9357201"/>
              <a:gd name="connsiteY2" fmla="*/ 1355860 h 3276674"/>
              <a:gd name="connsiteX3" fmla="*/ 9359415 w 9357201"/>
              <a:gd name="connsiteY3" fmla="*/ 3276024 h 3276674"/>
              <a:gd name="connsiteX0" fmla="*/ 0 w 9357202"/>
              <a:gd name="connsiteY0" fmla="*/ 33 h 3276707"/>
              <a:gd name="connsiteX1" fmla="*/ 5765524 w 9357202"/>
              <a:gd name="connsiteY1" fmla="*/ 0 h 3276707"/>
              <a:gd name="connsiteX2" fmla="*/ 8007157 w 9357202"/>
              <a:gd name="connsiteY2" fmla="*/ 33 h 3276707"/>
              <a:gd name="connsiteX3" fmla="*/ 9357202 w 9357202"/>
              <a:gd name="connsiteY3" fmla="*/ 1356543 h 3276707"/>
              <a:gd name="connsiteX4" fmla="*/ 9357202 w 9357202"/>
              <a:gd name="connsiteY4" fmla="*/ 3276707 h 3276707"/>
              <a:gd name="connsiteX0" fmla="*/ 0 w 3591678"/>
              <a:gd name="connsiteY0" fmla="*/ 0 h 3276707"/>
              <a:gd name="connsiteX1" fmla="*/ 2241633 w 3591678"/>
              <a:gd name="connsiteY1" fmla="*/ 33 h 3276707"/>
              <a:gd name="connsiteX2" fmla="*/ 3591678 w 3591678"/>
              <a:gd name="connsiteY2" fmla="*/ 1356543 h 3276707"/>
              <a:gd name="connsiteX3" fmla="*/ 3591678 w 3591678"/>
              <a:gd name="connsiteY3" fmla="*/ 3276707 h 3276707"/>
              <a:gd name="connsiteX0" fmla="*/ 0 w 3408798"/>
              <a:gd name="connsiteY0" fmla="*/ 0 h 3276707"/>
              <a:gd name="connsiteX1" fmla="*/ 2058753 w 3408798"/>
              <a:gd name="connsiteY1" fmla="*/ 33 h 3276707"/>
              <a:gd name="connsiteX2" fmla="*/ 3408798 w 3408798"/>
              <a:gd name="connsiteY2" fmla="*/ 1356543 h 3276707"/>
              <a:gd name="connsiteX3" fmla="*/ 3408798 w 3408798"/>
              <a:gd name="connsiteY3" fmla="*/ 3276707 h 3276707"/>
              <a:gd name="connsiteX0" fmla="*/ 0 w 3225918"/>
              <a:gd name="connsiteY0" fmla="*/ 0 h 3286867"/>
              <a:gd name="connsiteX1" fmla="*/ 1875873 w 3225918"/>
              <a:gd name="connsiteY1" fmla="*/ 10193 h 3286867"/>
              <a:gd name="connsiteX2" fmla="*/ 3225918 w 3225918"/>
              <a:gd name="connsiteY2" fmla="*/ 1366703 h 3286867"/>
              <a:gd name="connsiteX3" fmla="*/ 3225918 w 3225918"/>
              <a:gd name="connsiteY3" fmla="*/ 3286867 h 3286867"/>
              <a:gd name="connsiteX0" fmla="*/ 0 w 3195438"/>
              <a:gd name="connsiteY0" fmla="*/ 0 h 3286867"/>
              <a:gd name="connsiteX1" fmla="*/ 1845393 w 3195438"/>
              <a:gd name="connsiteY1" fmla="*/ 10193 h 3286867"/>
              <a:gd name="connsiteX2" fmla="*/ 3195438 w 3195438"/>
              <a:gd name="connsiteY2" fmla="*/ 1366703 h 3286867"/>
              <a:gd name="connsiteX3" fmla="*/ 3195438 w 3195438"/>
              <a:gd name="connsiteY3" fmla="*/ 3286867 h 328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5438" h="3286867">
                <a:moveTo>
                  <a:pt x="0" y="0"/>
                </a:moveTo>
                <a:lnTo>
                  <a:pt x="1845393" y="10193"/>
                </a:lnTo>
                <a:cubicBezTo>
                  <a:pt x="2591000" y="10193"/>
                  <a:pt x="3195438" y="617523"/>
                  <a:pt x="3195438" y="1366703"/>
                </a:cubicBezTo>
                <a:lnTo>
                  <a:pt x="3195438" y="3286867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4" name="Freeform: Shape 23" hidden="1">
            <a:extLst>
              <a:ext uri="{FF2B5EF4-FFF2-40B4-BE49-F238E27FC236}">
                <a16:creationId xmlns:a16="http://schemas.microsoft.com/office/drawing/2014/main" id="{B09E8213-E4A1-3E30-9198-8B68ABEE82B8}"/>
              </a:ext>
            </a:extLst>
          </p:cNvPr>
          <p:cNvSpPr/>
          <p:nvPr/>
        </p:nvSpPr>
        <p:spPr>
          <a:xfrm>
            <a:off x="3429117" y="4725899"/>
            <a:ext cx="8510941" cy="1366196"/>
          </a:xfrm>
          <a:custGeom>
            <a:avLst/>
            <a:gdLst>
              <a:gd name="connsiteX0" fmla="*/ 10980107 w 10977893"/>
              <a:gd name="connsiteY0" fmla="*/ -650 h 1365979"/>
              <a:gd name="connsiteX1" fmla="*/ 10980107 w 10977893"/>
              <a:gd name="connsiteY1" fmla="*/ 789104 h 1365979"/>
              <a:gd name="connsiteX2" fmla="*/ 10357989 w 10977893"/>
              <a:gd name="connsiteY2" fmla="*/ 1365329 h 1365979"/>
              <a:gd name="connsiteX3" fmla="*/ 624331 w 10977893"/>
              <a:gd name="connsiteY3" fmla="*/ 1365329 h 1365979"/>
              <a:gd name="connsiteX4" fmla="*/ 2213 w 10977893"/>
              <a:gd name="connsiteY4" fmla="*/ 789104 h 1365979"/>
              <a:gd name="connsiteX5" fmla="*/ 2213 w 10977893"/>
              <a:gd name="connsiteY5" fmla="*/ -650 h 1365979"/>
              <a:gd name="connsiteX0" fmla="*/ 10977894 w 10977894"/>
              <a:gd name="connsiteY0" fmla="*/ 0 h 1365979"/>
              <a:gd name="connsiteX1" fmla="*/ 10977894 w 10977894"/>
              <a:gd name="connsiteY1" fmla="*/ 789754 h 1365979"/>
              <a:gd name="connsiteX2" fmla="*/ 10355776 w 10977894"/>
              <a:gd name="connsiteY2" fmla="*/ 1365979 h 1365979"/>
              <a:gd name="connsiteX3" fmla="*/ 8724301 w 10977894"/>
              <a:gd name="connsiteY3" fmla="*/ 1362386 h 1365979"/>
              <a:gd name="connsiteX4" fmla="*/ 622118 w 10977894"/>
              <a:gd name="connsiteY4" fmla="*/ 1365979 h 1365979"/>
              <a:gd name="connsiteX5" fmla="*/ 0 w 10977894"/>
              <a:gd name="connsiteY5" fmla="*/ 789754 h 1365979"/>
              <a:gd name="connsiteX6" fmla="*/ 0 w 10977894"/>
              <a:gd name="connsiteY6" fmla="*/ 0 h 1365979"/>
              <a:gd name="connsiteX0" fmla="*/ 10977894 w 10977894"/>
              <a:gd name="connsiteY0" fmla="*/ 789754 h 1365979"/>
              <a:gd name="connsiteX1" fmla="*/ 10355776 w 10977894"/>
              <a:gd name="connsiteY1" fmla="*/ 1365979 h 1365979"/>
              <a:gd name="connsiteX2" fmla="*/ 8724301 w 10977894"/>
              <a:gd name="connsiteY2" fmla="*/ 1362386 h 1365979"/>
              <a:gd name="connsiteX3" fmla="*/ 622118 w 10977894"/>
              <a:gd name="connsiteY3" fmla="*/ 1365979 h 1365979"/>
              <a:gd name="connsiteX4" fmla="*/ 0 w 10977894"/>
              <a:gd name="connsiteY4" fmla="*/ 789754 h 1365979"/>
              <a:gd name="connsiteX5" fmla="*/ 0 w 10977894"/>
              <a:gd name="connsiteY5" fmla="*/ 0 h 1365979"/>
              <a:gd name="connsiteX0" fmla="*/ 10355776 w 10355776"/>
              <a:gd name="connsiteY0" fmla="*/ 1365979 h 1365979"/>
              <a:gd name="connsiteX1" fmla="*/ 8724301 w 10355776"/>
              <a:gd name="connsiteY1" fmla="*/ 1362386 h 1365979"/>
              <a:gd name="connsiteX2" fmla="*/ 622118 w 10355776"/>
              <a:gd name="connsiteY2" fmla="*/ 1365979 h 1365979"/>
              <a:gd name="connsiteX3" fmla="*/ 0 w 10355776"/>
              <a:gd name="connsiteY3" fmla="*/ 789754 h 1365979"/>
              <a:gd name="connsiteX4" fmla="*/ 0 w 10355776"/>
              <a:gd name="connsiteY4" fmla="*/ 0 h 1365979"/>
              <a:gd name="connsiteX0" fmla="*/ 8724301 w 8724301"/>
              <a:gd name="connsiteY0" fmla="*/ 1362386 h 1365979"/>
              <a:gd name="connsiteX1" fmla="*/ 622118 w 8724301"/>
              <a:gd name="connsiteY1" fmla="*/ 1365979 h 1365979"/>
              <a:gd name="connsiteX2" fmla="*/ 0 w 8724301"/>
              <a:gd name="connsiteY2" fmla="*/ 789754 h 1365979"/>
              <a:gd name="connsiteX3" fmla="*/ 0 w 8724301"/>
              <a:gd name="connsiteY3" fmla="*/ 0 h 1365979"/>
              <a:gd name="connsiteX0" fmla="*/ 8510941 w 8510941"/>
              <a:gd name="connsiteY0" fmla="*/ 1366196 h 1366196"/>
              <a:gd name="connsiteX1" fmla="*/ 622118 w 8510941"/>
              <a:gd name="connsiteY1" fmla="*/ 1365979 h 1366196"/>
              <a:gd name="connsiteX2" fmla="*/ 0 w 8510941"/>
              <a:gd name="connsiteY2" fmla="*/ 789754 h 1366196"/>
              <a:gd name="connsiteX3" fmla="*/ 0 w 8510941"/>
              <a:gd name="connsiteY3" fmla="*/ 0 h 1366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10941" h="1366196">
                <a:moveTo>
                  <a:pt x="8510941" y="1366196"/>
                </a:moveTo>
                <a:lnTo>
                  <a:pt x="622118" y="1365979"/>
                </a:lnTo>
                <a:cubicBezTo>
                  <a:pt x="278520" y="1365979"/>
                  <a:pt x="0" y="1107979"/>
                  <a:pt x="0" y="789754"/>
                </a:cubicBezTo>
                <a:lnTo>
                  <a:pt x="0" y="0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1" name="Graphisme 10">
            <a:extLst>
              <a:ext uri="{FF2B5EF4-FFF2-40B4-BE49-F238E27FC236}">
                <a16:creationId xmlns:a16="http://schemas.microsoft.com/office/drawing/2014/main" id="{A67CFF6C-EDBA-8B95-5C93-0B4BB5939B8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507" r="12032"/>
          <a:stretch/>
        </p:blipFill>
        <p:spPr>
          <a:xfrm>
            <a:off x="0" y="1779373"/>
            <a:ext cx="12192000" cy="4583992"/>
          </a:xfrm>
          <a:custGeom>
            <a:avLst/>
            <a:gdLst>
              <a:gd name="connsiteX0" fmla="*/ 0 w 12192000"/>
              <a:gd name="connsiteY0" fmla="*/ 0 h 4583992"/>
              <a:gd name="connsiteX1" fmla="*/ 12192000 w 12192000"/>
              <a:gd name="connsiteY1" fmla="*/ 0 h 4583992"/>
              <a:gd name="connsiteX2" fmla="*/ 12192000 w 12192000"/>
              <a:gd name="connsiteY2" fmla="*/ 2190264 h 4583992"/>
              <a:gd name="connsiteX3" fmla="*/ 12187938 w 12192000"/>
              <a:gd name="connsiteY3" fmla="*/ 2190264 h 4583992"/>
              <a:gd name="connsiteX4" fmla="*/ 12187938 w 12192000"/>
              <a:gd name="connsiteY4" fmla="*/ 4583992 h 4583992"/>
              <a:gd name="connsiteX5" fmla="*/ 0 w 12192000"/>
              <a:gd name="connsiteY5" fmla="*/ 4583992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583992">
                <a:moveTo>
                  <a:pt x="0" y="0"/>
                </a:moveTo>
                <a:lnTo>
                  <a:pt x="12192000" y="0"/>
                </a:lnTo>
                <a:lnTo>
                  <a:pt x="12192000" y="2190264"/>
                </a:lnTo>
                <a:lnTo>
                  <a:pt x="12187938" y="2190264"/>
                </a:lnTo>
                <a:lnTo>
                  <a:pt x="12187938" y="4583992"/>
                </a:lnTo>
                <a:lnTo>
                  <a:pt x="0" y="4583992"/>
                </a:lnTo>
                <a:close/>
              </a:path>
            </a:pathLst>
          </a:custGeom>
        </p:spPr>
      </p:pic>
      <p:sp>
        <p:nvSpPr>
          <p:cNvPr id="18" name="Ovale 17">
            <a:extLst>
              <a:ext uri="{FF2B5EF4-FFF2-40B4-BE49-F238E27FC236}">
                <a16:creationId xmlns:a16="http://schemas.microsoft.com/office/drawing/2014/main" id="{1FEFD686-81C7-A517-F1C0-0C3D3EF340F2}"/>
              </a:ext>
            </a:extLst>
          </p:cNvPr>
          <p:cNvSpPr/>
          <p:nvPr/>
        </p:nvSpPr>
        <p:spPr>
          <a:xfrm>
            <a:off x="767250" y="3628115"/>
            <a:ext cx="1628275" cy="1628275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pic>
        <p:nvPicPr>
          <p:cNvPr id="10" name="Graphisme 9">
            <a:extLst>
              <a:ext uri="{FF2B5EF4-FFF2-40B4-BE49-F238E27FC236}">
                <a16:creationId xmlns:a16="http://schemas.microsoft.com/office/drawing/2014/main" id="{6032612E-888F-3F52-2DF9-1A7FC1C338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2707"/>
          <a:stretch>
            <a:fillRect/>
          </a:stretch>
        </p:blipFill>
        <p:spPr>
          <a:xfrm>
            <a:off x="5315713" y="5020135"/>
            <a:ext cx="6718341" cy="1871772"/>
          </a:xfrm>
          <a:custGeom>
            <a:avLst/>
            <a:gdLst>
              <a:gd name="connsiteX0" fmla="*/ 0 w 6718341"/>
              <a:gd name="connsiteY0" fmla="*/ 0 h 1871772"/>
              <a:gd name="connsiteX1" fmla="*/ 6718341 w 6718341"/>
              <a:gd name="connsiteY1" fmla="*/ 0 h 1871772"/>
              <a:gd name="connsiteX2" fmla="*/ 6718341 w 6718341"/>
              <a:gd name="connsiteY2" fmla="*/ 1871772 h 1871772"/>
              <a:gd name="connsiteX3" fmla="*/ 0 w 6718341"/>
              <a:gd name="connsiteY3" fmla="*/ 1871772 h 18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871772">
                <a:moveTo>
                  <a:pt x="0" y="0"/>
                </a:moveTo>
                <a:lnTo>
                  <a:pt x="6718341" y="0"/>
                </a:lnTo>
                <a:lnTo>
                  <a:pt x="6718341" y="1871772"/>
                </a:lnTo>
                <a:lnTo>
                  <a:pt x="0" y="1871772"/>
                </a:lnTo>
                <a:close/>
              </a:path>
            </a:pathLst>
          </a:custGeom>
        </p:spPr>
      </p:pic>
      <p:sp>
        <p:nvSpPr>
          <p:cNvPr id="12" name="Ovale 11">
            <a:extLst>
              <a:ext uri="{FF2B5EF4-FFF2-40B4-BE49-F238E27FC236}">
                <a16:creationId xmlns:a16="http://schemas.microsoft.com/office/drawing/2014/main" id="{3CA6479C-DB58-C182-DA46-646A89A79A6F}"/>
              </a:ext>
            </a:extLst>
          </p:cNvPr>
          <p:cNvSpPr/>
          <p:nvPr/>
        </p:nvSpPr>
        <p:spPr>
          <a:xfrm>
            <a:off x="11469607" y="5904458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940F0BF7-907A-B0C3-5845-78EDA851891C}"/>
              </a:ext>
            </a:extLst>
          </p:cNvPr>
          <p:cNvSpPr/>
          <p:nvPr/>
        </p:nvSpPr>
        <p:spPr>
          <a:xfrm>
            <a:off x="3000866" y="2411479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pic>
        <p:nvPicPr>
          <p:cNvPr id="16" name="Graphique 15">
            <a:extLst>
              <a:ext uri="{FF2B5EF4-FFF2-40B4-BE49-F238E27FC236}">
                <a16:creationId xmlns:a16="http://schemas.microsoft.com/office/drawing/2014/main" id="{5D287EAB-26E8-C8AF-6CB0-D37B7CB370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165" t="77500"/>
          <a:stretch>
            <a:fillRect/>
          </a:stretch>
        </p:blipFill>
        <p:spPr>
          <a:xfrm flipH="1">
            <a:off x="7732665" y="0"/>
            <a:ext cx="4459335" cy="1543022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EF5323F-6D74-29FA-F04C-027DF2809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744" y="2304288"/>
            <a:ext cx="5513832" cy="2432304"/>
          </a:xfrm>
        </p:spPr>
        <p:txBody>
          <a:bodyPr rtlCol="0" anchor="t">
            <a:noAutofit/>
          </a:bodyPr>
          <a:lstStyle>
            <a:lvl1pPr>
              <a:defRPr lang="fr-FR" sz="6600"/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2744" y="1885193"/>
            <a:ext cx="5943600" cy="411480"/>
          </a:xfrm>
        </p:spPr>
        <p:txBody>
          <a:bodyPr rtlCol="0"/>
          <a:lstStyle>
            <a:lvl1pPr marL="0" indent="0">
              <a:buNone/>
              <a:defRPr lang="fr-FR" sz="2400">
                <a:solidFill>
                  <a:schemeClr val="tx1"/>
                </a:solidFill>
              </a:defRPr>
            </a:lvl1pPr>
            <a:lvl2pPr marL="457200" indent="0">
              <a:buNone/>
              <a:defRPr lang="fr-FR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fr-FR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276109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– 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404872"/>
            <a:ext cx="10716768" cy="3630168"/>
          </a:xfrm>
        </p:spPr>
        <p:txBody>
          <a:bodyPr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F33A32FC-3A65-2B5F-2625-0FE903CD37D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7DFD42C5-F2A8-2017-93FA-4A8F8A7CB7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C43B8D3-9A08-F84C-9DD4-44948BA52D4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016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–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phisme 38">
            <a:extLst>
              <a:ext uri="{FF2B5EF4-FFF2-40B4-BE49-F238E27FC236}">
                <a16:creationId xmlns:a16="http://schemas.microsoft.com/office/drawing/2014/main" id="{0FA7F5A0-ECAD-A574-6649-C548018706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6427" r="82873"/>
          <a:stretch>
            <a:fillRect/>
          </a:stretch>
        </p:blipFill>
        <p:spPr>
          <a:xfrm>
            <a:off x="9233628" y="1"/>
            <a:ext cx="2958372" cy="6105105"/>
          </a:xfrm>
          <a:custGeom>
            <a:avLst/>
            <a:gdLst>
              <a:gd name="connsiteX0" fmla="*/ 0 w 2958372"/>
              <a:gd name="connsiteY0" fmla="*/ 0 h 6105105"/>
              <a:gd name="connsiteX1" fmla="*/ 2958372 w 2958372"/>
              <a:gd name="connsiteY1" fmla="*/ 0 h 6105105"/>
              <a:gd name="connsiteX2" fmla="*/ 2958372 w 2958372"/>
              <a:gd name="connsiteY2" fmla="*/ 6105105 h 6105105"/>
              <a:gd name="connsiteX3" fmla="*/ 0 w 2958372"/>
              <a:gd name="connsiteY3" fmla="*/ 6105105 h 6105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8372" h="6105105">
                <a:moveTo>
                  <a:pt x="0" y="0"/>
                </a:moveTo>
                <a:lnTo>
                  <a:pt x="2958372" y="0"/>
                </a:lnTo>
                <a:lnTo>
                  <a:pt x="2958372" y="6105105"/>
                </a:lnTo>
                <a:lnTo>
                  <a:pt x="0" y="6105105"/>
                </a:lnTo>
                <a:close/>
              </a:path>
            </a:pathLst>
          </a:cu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8CD520B-B465-7A6D-37C4-8A060446902D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4C4684B3-A8D3-6A9A-C264-95DFAD1C3FCE}"/>
              </a:ext>
            </a:extLst>
          </p:cNvPr>
          <p:cNvSpPr/>
          <p:nvPr/>
        </p:nvSpPr>
        <p:spPr>
          <a:xfrm>
            <a:off x="9300014" y="263397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221992"/>
            <a:ext cx="8284464" cy="3986784"/>
          </a:xfrm>
        </p:spPr>
        <p:txBody>
          <a:bodyPr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1E68FE-16F1-5C98-AEF6-0EAB9EA632CA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40" name="Espace réservé du pied de page 39">
            <a:extLst>
              <a:ext uri="{FF2B5EF4-FFF2-40B4-BE49-F238E27FC236}">
                <a16:creationId xmlns:a16="http://schemas.microsoft.com/office/drawing/2014/main" id="{8727F01E-45EF-F70F-2A04-1EA69A24634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1" name="Espace réservé du numéro de diapositive 40">
            <a:extLst>
              <a:ext uri="{FF2B5EF4-FFF2-40B4-BE49-F238E27FC236}">
                <a16:creationId xmlns:a16="http://schemas.microsoft.com/office/drawing/2014/main" id="{C388A650-32E8-11EC-26EE-D260D1953D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C43B8D3-9A08-F84C-9DD4-44948BA52D4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313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raphisme 76">
            <a:extLst>
              <a:ext uri="{FF2B5EF4-FFF2-40B4-BE49-F238E27FC236}">
                <a16:creationId xmlns:a16="http://schemas.microsoft.com/office/drawing/2014/main" id="{527CC80A-3410-5824-B06B-C4176A6BF4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145" t="-169" r="45423" b="28675"/>
          <a:stretch/>
        </p:blipFill>
        <p:spPr>
          <a:xfrm>
            <a:off x="-1" y="3467101"/>
            <a:ext cx="12192001" cy="3390899"/>
          </a:xfrm>
          <a:custGeom>
            <a:avLst/>
            <a:gdLst>
              <a:gd name="connsiteX0" fmla="*/ 0 w 12192001"/>
              <a:gd name="connsiteY0" fmla="*/ 0 h 3390899"/>
              <a:gd name="connsiteX1" fmla="*/ 12192001 w 12192001"/>
              <a:gd name="connsiteY1" fmla="*/ 0 h 3390899"/>
              <a:gd name="connsiteX2" fmla="*/ 12192001 w 12192001"/>
              <a:gd name="connsiteY2" fmla="*/ 2324100 h 3390899"/>
              <a:gd name="connsiteX3" fmla="*/ 12192001 w 12192001"/>
              <a:gd name="connsiteY3" fmla="*/ 3390899 h 3390899"/>
              <a:gd name="connsiteX4" fmla="*/ 0 w 12192001"/>
              <a:gd name="connsiteY4" fmla="*/ 3390899 h 3390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1" h="3390899">
                <a:moveTo>
                  <a:pt x="0" y="0"/>
                </a:moveTo>
                <a:lnTo>
                  <a:pt x="12192001" y="0"/>
                </a:lnTo>
                <a:lnTo>
                  <a:pt x="12192001" y="2324100"/>
                </a:lnTo>
                <a:lnTo>
                  <a:pt x="12192001" y="3390899"/>
                </a:lnTo>
                <a:lnTo>
                  <a:pt x="0" y="3390899"/>
                </a:lnTo>
                <a:close/>
              </a:path>
            </a:pathLst>
          </a:custGeom>
        </p:spPr>
      </p:pic>
      <p:sp>
        <p:nvSpPr>
          <p:cNvPr id="53" name="Titre 1">
            <a:extLst>
              <a:ext uri="{FF2B5EF4-FFF2-40B4-BE49-F238E27FC236}">
                <a16:creationId xmlns:a16="http://schemas.microsoft.com/office/drawing/2014/main" id="{CB607447-86F1-863F-176B-E0B78D24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16152"/>
            <a:ext cx="8951976" cy="3191256"/>
          </a:xfrm>
        </p:spPr>
        <p:txBody>
          <a:bodyPr rtlCol="0" anchor="t">
            <a:noAutofit/>
          </a:bodyPr>
          <a:lstStyle>
            <a:lvl1pPr>
              <a:defRPr lang="fr-FR" sz="5500"/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67" name="Graphisme 12">
            <a:extLst>
              <a:ext uri="{FF2B5EF4-FFF2-40B4-BE49-F238E27FC236}">
                <a16:creationId xmlns:a16="http://schemas.microsoft.com/office/drawing/2014/main" id="{E5105AB7-2E65-757B-FF2B-CFE19C5C87B7}"/>
              </a:ext>
            </a:extLst>
          </p:cNvPr>
          <p:cNvSpPr/>
          <p:nvPr userDrawn="1"/>
        </p:nvSpPr>
        <p:spPr>
          <a:xfrm rot="5400000" flipV="1">
            <a:off x="863486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9" name="Graphisme 12">
            <a:extLst>
              <a:ext uri="{FF2B5EF4-FFF2-40B4-BE49-F238E27FC236}">
                <a16:creationId xmlns:a16="http://schemas.microsoft.com/office/drawing/2014/main" id="{ECA42036-662E-03F7-941F-EDA42BEA5EDE}"/>
              </a:ext>
            </a:extLst>
          </p:cNvPr>
          <p:cNvSpPr/>
          <p:nvPr userDrawn="1"/>
        </p:nvSpPr>
        <p:spPr>
          <a:xfrm rot="5400000" flipV="1">
            <a:off x="791350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9" name="Forme libre 47">
            <a:extLst>
              <a:ext uri="{FF2B5EF4-FFF2-40B4-BE49-F238E27FC236}">
                <a16:creationId xmlns:a16="http://schemas.microsoft.com/office/drawing/2014/main" id="{B90A79D3-C4F3-1056-F590-BFED7F28BC72}"/>
              </a:ext>
            </a:extLst>
          </p:cNvPr>
          <p:cNvSpPr/>
          <p:nvPr/>
        </p:nvSpPr>
        <p:spPr>
          <a:xfrm>
            <a:off x="685799" y="5342013"/>
            <a:ext cx="2157098" cy="1515987"/>
          </a:xfrm>
          <a:custGeom>
            <a:avLst/>
            <a:gdLst>
              <a:gd name="connsiteX0" fmla="*/ 1078549 w 2157098"/>
              <a:gd name="connsiteY0" fmla="*/ 0 h 1515987"/>
              <a:gd name="connsiteX1" fmla="*/ 2157098 w 2157098"/>
              <a:gd name="connsiteY1" fmla="*/ 1078549 h 1515987"/>
              <a:gd name="connsiteX2" fmla="*/ 2072340 w 2157098"/>
              <a:gd name="connsiteY2" fmla="*/ 1498369 h 1515987"/>
              <a:gd name="connsiteX3" fmla="*/ 2062778 w 2157098"/>
              <a:gd name="connsiteY3" fmla="*/ 1515987 h 1515987"/>
              <a:gd name="connsiteX4" fmla="*/ 94321 w 2157098"/>
              <a:gd name="connsiteY4" fmla="*/ 1515987 h 1515987"/>
              <a:gd name="connsiteX5" fmla="*/ 84758 w 2157098"/>
              <a:gd name="connsiteY5" fmla="*/ 1498369 h 1515987"/>
              <a:gd name="connsiteX6" fmla="*/ 0 w 2157098"/>
              <a:gd name="connsiteY6" fmla="*/ 1078549 h 1515987"/>
              <a:gd name="connsiteX7" fmla="*/ 1078549 w 2157098"/>
              <a:gd name="connsiteY7" fmla="*/ 0 h 151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515987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0" y="1498369"/>
                </a:cubicBezTo>
                <a:lnTo>
                  <a:pt x="2062778" y="1515987"/>
                </a:lnTo>
                <a:lnTo>
                  <a:pt x="94321" y="1515987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31FFE4B3-23C8-22B1-E231-C5753166B687}"/>
              </a:ext>
            </a:extLst>
          </p:cNvPr>
          <p:cNvSpPr/>
          <p:nvPr/>
        </p:nvSpPr>
        <p:spPr>
          <a:xfrm>
            <a:off x="10905848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pic>
        <p:nvPicPr>
          <p:cNvPr id="26" name="Graphisme 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4581144"/>
            <a:ext cx="6510528" cy="365760"/>
          </a:xfrm>
        </p:spPr>
        <p:txBody>
          <a:bodyPr rtlCol="0">
            <a:normAutofit/>
          </a:bodyPr>
          <a:lstStyle>
            <a:lvl1pPr marL="0" indent="0">
              <a:buNone/>
              <a:defRPr lang="fr-FR" sz="1800">
                <a:solidFill>
                  <a:schemeClr val="tx1"/>
                </a:solidFill>
              </a:defRPr>
            </a:lvl1pPr>
            <a:lvl2pPr marL="457200" indent="0">
              <a:buNone/>
              <a:defRPr lang="fr-FR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fr-FR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79" name="Ovale 78">
            <a:extLst>
              <a:ext uri="{FF2B5EF4-FFF2-40B4-BE49-F238E27FC236}">
                <a16:creationId xmlns:a16="http://schemas.microsoft.com/office/drawing/2014/main" id="{76D8E3E3-8A4C-591F-3DAB-1D6E46AA4DB9}"/>
              </a:ext>
            </a:extLst>
          </p:cNvPr>
          <p:cNvSpPr/>
          <p:nvPr userDrawn="1"/>
        </p:nvSpPr>
        <p:spPr>
          <a:xfrm>
            <a:off x="11626517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726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Équipe –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sme 7">
            <a:extLst>
              <a:ext uri="{FF2B5EF4-FFF2-40B4-BE49-F238E27FC236}">
                <a16:creationId xmlns:a16="http://schemas.microsoft.com/office/drawing/2014/main" id="{4EA91DE6-3A10-8EDA-34AB-D931B1792C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8116"/>
          <a:stretch>
            <a:fillRect/>
          </a:stretch>
        </p:blipFill>
        <p:spPr>
          <a:xfrm rot="5400000" flipH="1">
            <a:off x="9476084" y="1778851"/>
            <a:ext cx="4393983" cy="773351"/>
          </a:xfrm>
          <a:custGeom>
            <a:avLst/>
            <a:gdLst>
              <a:gd name="connsiteX0" fmla="*/ 4393983 w 4393983"/>
              <a:gd name="connsiteY0" fmla="*/ 773351 h 773351"/>
              <a:gd name="connsiteX1" fmla="*/ 4393983 w 4393983"/>
              <a:gd name="connsiteY1" fmla="*/ 0 h 773351"/>
              <a:gd name="connsiteX2" fmla="*/ 0 w 4393983"/>
              <a:gd name="connsiteY2" fmla="*/ 0 h 773351"/>
              <a:gd name="connsiteX3" fmla="*/ 0 w 4393983"/>
              <a:gd name="connsiteY3" fmla="*/ 773351 h 773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3983" h="773351">
                <a:moveTo>
                  <a:pt x="4393983" y="773351"/>
                </a:moveTo>
                <a:lnTo>
                  <a:pt x="4393983" y="0"/>
                </a:lnTo>
                <a:lnTo>
                  <a:pt x="0" y="0"/>
                </a:lnTo>
                <a:lnTo>
                  <a:pt x="0" y="773351"/>
                </a:lnTo>
                <a:close/>
              </a:path>
            </a:pathLst>
          </a:cu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75" name="Titr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sme 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sme 10">
            <a:extLst>
              <a:ext uri="{FF2B5EF4-FFF2-40B4-BE49-F238E27FC236}">
                <a16:creationId xmlns:a16="http://schemas.microsoft.com/office/drawing/2014/main" id="{3A3CEC7E-9097-B8E8-85C0-CDDB2AE614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0956"/>
          <a:stretch>
            <a:fillRect/>
          </a:stretch>
        </p:blipFill>
        <p:spPr>
          <a:xfrm>
            <a:off x="6471911" y="2707661"/>
            <a:ext cx="5744279" cy="766881"/>
          </a:xfrm>
          <a:custGeom>
            <a:avLst/>
            <a:gdLst>
              <a:gd name="connsiteX0" fmla="*/ 0 w 5744279"/>
              <a:gd name="connsiteY0" fmla="*/ 0 h 766881"/>
              <a:gd name="connsiteX1" fmla="*/ 5744279 w 5744279"/>
              <a:gd name="connsiteY1" fmla="*/ 0 h 766881"/>
              <a:gd name="connsiteX2" fmla="*/ 5744279 w 5744279"/>
              <a:gd name="connsiteY2" fmla="*/ 766881 h 766881"/>
              <a:gd name="connsiteX3" fmla="*/ 0 w 5744279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4279" h="766881">
                <a:moveTo>
                  <a:pt x="0" y="0"/>
                </a:moveTo>
                <a:lnTo>
                  <a:pt x="5744279" y="0"/>
                </a:lnTo>
                <a:lnTo>
                  <a:pt x="5744279" y="766881"/>
                </a:lnTo>
                <a:lnTo>
                  <a:pt x="0" y="766881"/>
                </a:lnTo>
                <a:close/>
              </a:path>
            </a:pathLst>
          </a:custGeom>
        </p:spPr>
      </p:pic>
      <p:pic>
        <p:nvPicPr>
          <p:cNvPr id="13" name="Graphisme 12">
            <a:extLst>
              <a:ext uri="{FF2B5EF4-FFF2-40B4-BE49-F238E27FC236}">
                <a16:creationId xmlns:a16="http://schemas.microsoft.com/office/drawing/2014/main" id="{96DCF26E-2BB7-CA60-73C4-CC02E6B54E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5255"/>
          <a:stretch>
            <a:fillRect/>
          </a:stretch>
        </p:blipFill>
        <p:spPr>
          <a:xfrm>
            <a:off x="-50829" y="2707661"/>
            <a:ext cx="5240777" cy="766881"/>
          </a:xfrm>
          <a:custGeom>
            <a:avLst/>
            <a:gdLst>
              <a:gd name="connsiteX0" fmla="*/ 0 w 5240777"/>
              <a:gd name="connsiteY0" fmla="*/ 0 h 766881"/>
              <a:gd name="connsiteX1" fmla="*/ 5240777 w 5240777"/>
              <a:gd name="connsiteY1" fmla="*/ 0 h 766881"/>
              <a:gd name="connsiteX2" fmla="*/ 5240777 w 5240777"/>
              <a:gd name="connsiteY2" fmla="*/ 766881 h 766881"/>
              <a:gd name="connsiteX3" fmla="*/ 0 w 5240777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0777" h="766881">
                <a:moveTo>
                  <a:pt x="0" y="0"/>
                </a:moveTo>
                <a:lnTo>
                  <a:pt x="5240777" y="0"/>
                </a:lnTo>
                <a:lnTo>
                  <a:pt x="5240777" y="766881"/>
                </a:lnTo>
                <a:lnTo>
                  <a:pt x="0" y="766881"/>
                </a:lnTo>
                <a:close/>
              </a:path>
            </a:pathLst>
          </a:custGeom>
        </p:spPr>
      </p:pic>
      <p:sp>
        <p:nvSpPr>
          <p:cNvPr id="15" name="Ovale 14">
            <a:extLst>
              <a:ext uri="{FF2B5EF4-FFF2-40B4-BE49-F238E27FC236}">
                <a16:creationId xmlns:a16="http://schemas.microsoft.com/office/drawing/2014/main" id="{70074BFB-1FF4-E27D-E273-B30A1A926B24}"/>
              </a:ext>
            </a:extLst>
          </p:cNvPr>
          <p:cNvSpPr/>
          <p:nvPr userDrawn="1"/>
        </p:nvSpPr>
        <p:spPr>
          <a:xfrm>
            <a:off x="4032611" y="2039801"/>
            <a:ext cx="1989036" cy="19890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B714380A-B062-A581-202E-A9250F901047}"/>
              </a:ext>
            </a:extLst>
          </p:cNvPr>
          <p:cNvSpPr/>
          <p:nvPr userDrawn="1"/>
        </p:nvSpPr>
        <p:spPr>
          <a:xfrm>
            <a:off x="6170354" y="2039801"/>
            <a:ext cx="1989036" cy="19890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172440E0-AFFD-74CD-6BF4-1208AAECF546}"/>
              </a:ext>
            </a:extLst>
          </p:cNvPr>
          <p:cNvSpPr/>
          <p:nvPr userDrawn="1"/>
        </p:nvSpPr>
        <p:spPr>
          <a:xfrm>
            <a:off x="6170354" y="4362518"/>
            <a:ext cx="1989036" cy="19890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9DF24E9A-60F5-6DAB-FE7A-37F79F6F9AA9}"/>
              </a:ext>
            </a:extLst>
          </p:cNvPr>
          <p:cNvSpPr/>
          <p:nvPr userDrawn="1"/>
        </p:nvSpPr>
        <p:spPr>
          <a:xfrm>
            <a:off x="4032612" y="4362518"/>
            <a:ext cx="1989036" cy="19890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23" name="Forme libre 16">
            <a:extLst>
              <a:ext uri="{FF2B5EF4-FFF2-40B4-BE49-F238E27FC236}">
                <a16:creationId xmlns:a16="http://schemas.microsoft.com/office/drawing/2014/main" id="{E4234E63-55EE-8BC8-D5B8-C9346AA39037}"/>
              </a:ext>
            </a:extLst>
          </p:cNvPr>
          <p:cNvSpPr/>
          <p:nvPr userDrawn="1"/>
        </p:nvSpPr>
        <p:spPr>
          <a:xfrm>
            <a:off x="624057" y="4000974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5" name="Forme libre 18">
            <a:extLst>
              <a:ext uri="{FF2B5EF4-FFF2-40B4-BE49-F238E27FC236}">
                <a16:creationId xmlns:a16="http://schemas.microsoft.com/office/drawing/2014/main" id="{9F752DEF-757A-19B9-7805-B7A70E94C5F2}"/>
              </a:ext>
            </a:extLst>
          </p:cNvPr>
          <p:cNvSpPr/>
          <p:nvPr userDrawn="1"/>
        </p:nvSpPr>
        <p:spPr>
          <a:xfrm flipH="1">
            <a:off x="544607" y="2735191"/>
            <a:ext cx="80439" cy="1697503"/>
          </a:xfrm>
          <a:custGeom>
            <a:avLst/>
            <a:gdLst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5838044 w 5838044"/>
              <a:gd name="connsiteY3" fmla="*/ 7382204 h 7382204"/>
              <a:gd name="connsiteX4" fmla="*/ 0 w 5838044"/>
              <a:gd name="connsiteY4" fmla="*/ 7382204 h 7382204"/>
              <a:gd name="connsiteX5" fmla="*/ 0 w 5838044"/>
              <a:gd name="connsiteY5" fmla="*/ 973027 h 7382204"/>
              <a:gd name="connsiteX6" fmla="*/ 973027 w 5838044"/>
              <a:gd name="connsiteY6" fmla="*/ 0 h 7382204"/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0 w 5838044"/>
              <a:gd name="connsiteY3" fmla="*/ 7382204 h 7382204"/>
              <a:gd name="connsiteX4" fmla="*/ 0 w 5838044"/>
              <a:gd name="connsiteY4" fmla="*/ 973027 h 7382204"/>
              <a:gd name="connsiteX5" fmla="*/ 973027 w 5838044"/>
              <a:gd name="connsiteY5" fmla="*/ 0 h 7382204"/>
              <a:gd name="connsiteX0" fmla="*/ 5838044 w 5929484"/>
              <a:gd name="connsiteY0" fmla="*/ 973027 h 7382204"/>
              <a:gd name="connsiteX1" fmla="*/ 0 w 5929484"/>
              <a:gd name="connsiteY1" fmla="*/ 7382204 h 7382204"/>
              <a:gd name="connsiteX2" fmla="*/ 0 w 5929484"/>
              <a:gd name="connsiteY2" fmla="*/ 973027 h 7382204"/>
              <a:gd name="connsiteX3" fmla="*/ 973027 w 5929484"/>
              <a:gd name="connsiteY3" fmla="*/ 0 h 7382204"/>
              <a:gd name="connsiteX4" fmla="*/ 4865018 w 5929484"/>
              <a:gd name="connsiteY4" fmla="*/ 0 h 7382204"/>
              <a:gd name="connsiteX5" fmla="*/ 5929484 w 5929484"/>
              <a:gd name="connsiteY5" fmla="*/ 1064467 h 7382204"/>
              <a:gd name="connsiteX0" fmla="*/ 5838044 w 5996391"/>
              <a:gd name="connsiteY0" fmla="*/ 973027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5771136 w 5996391"/>
              <a:gd name="connsiteY0" fmla="*/ 4764441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0 w 5996391"/>
              <a:gd name="connsiteY0" fmla="*/ 7382204 h 7382204"/>
              <a:gd name="connsiteX1" fmla="*/ 0 w 5996391"/>
              <a:gd name="connsiteY1" fmla="*/ 973027 h 7382204"/>
              <a:gd name="connsiteX2" fmla="*/ 973027 w 5996391"/>
              <a:gd name="connsiteY2" fmla="*/ 0 h 7382204"/>
              <a:gd name="connsiteX3" fmla="*/ 4865018 w 5996391"/>
              <a:gd name="connsiteY3" fmla="*/ 0 h 7382204"/>
              <a:gd name="connsiteX4" fmla="*/ 5996391 w 5996391"/>
              <a:gd name="connsiteY4" fmla="*/ 819140 h 7382204"/>
              <a:gd name="connsiteX0" fmla="*/ 0 w 4865018"/>
              <a:gd name="connsiteY0" fmla="*/ 7382204 h 7382204"/>
              <a:gd name="connsiteX1" fmla="*/ 0 w 4865018"/>
              <a:gd name="connsiteY1" fmla="*/ 973027 h 7382204"/>
              <a:gd name="connsiteX2" fmla="*/ 973027 w 4865018"/>
              <a:gd name="connsiteY2" fmla="*/ 0 h 7382204"/>
              <a:gd name="connsiteX3" fmla="*/ 4865018 w 4865018"/>
              <a:gd name="connsiteY3" fmla="*/ 0 h 7382204"/>
              <a:gd name="connsiteX0" fmla="*/ 0 w 973027"/>
              <a:gd name="connsiteY0" fmla="*/ 7382204 h 7382204"/>
              <a:gd name="connsiteX1" fmla="*/ 0 w 973027"/>
              <a:gd name="connsiteY1" fmla="*/ 973027 h 7382204"/>
              <a:gd name="connsiteX2" fmla="*/ 973027 w 973027"/>
              <a:gd name="connsiteY2" fmla="*/ 0 h 7382204"/>
              <a:gd name="connsiteX0" fmla="*/ 0 w 0"/>
              <a:gd name="connsiteY0" fmla="*/ 6409177 h 6409177"/>
              <a:gd name="connsiteX1" fmla="*/ 0 w 0"/>
              <a:gd name="connsiteY1" fmla="*/ 0 h 6409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409177">
                <a:moveTo>
                  <a:pt x="0" y="6409177"/>
                </a:move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7" name="Forme libre 20">
            <a:extLst>
              <a:ext uri="{FF2B5EF4-FFF2-40B4-BE49-F238E27FC236}">
                <a16:creationId xmlns:a16="http://schemas.microsoft.com/office/drawing/2014/main" id="{6010C008-0418-12FF-A80A-05ECF85F5EB6}"/>
              </a:ext>
            </a:extLst>
          </p:cNvPr>
          <p:cNvSpPr/>
          <p:nvPr userDrawn="1"/>
        </p:nvSpPr>
        <p:spPr>
          <a:xfrm flipH="1">
            <a:off x="7620566" y="3973595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pic>
        <p:nvPicPr>
          <p:cNvPr id="29" name="Graphisme 28">
            <a:extLst>
              <a:ext uri="{FF2B5EF4-FFF2-40B4-BE49-F238E27FC236}">
                <a16:creationId xmlns:a16="http://schemas.microsoft.com/office/drawing/2014/main" id="{59EEBCDC-BA3F-5868-75D6-7EB2B87115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9986"/>
          <a:stretch>
            <a:fillRect/>
          </a:stretch>
        </p:blipFill>
        <p:spPr>
          <a:xfrm>
            <a:off x="0" y="1420643"/>
            <a:ext cx="1014082" cy="1648983"/>
          </a:xfrm>
          <a:custGeom>
            <a:avLst/>
            <a:gdLst>
              <a:gd name="connsiteX0" fmla="*/ 0 w 1014082"/>
              <a:gd name="connsiteY0" fmla="*/ 0 h 1648983"/>
              <a:gd name="connsiteX1" fmla="*/ 1014082 w 1014082"/>
              <a:gd name="connsiteY1" fmla="*/ 0 h 1648983"/>
              <a:gd name="connsiteX2" fmla="*/ 1014082 w 1014082"/>
              <a:gd name="connsiteY2" fmla="*/ 1648983 h 1648983"/>
              <a:gd name="connsiteX3" fmla="*/ 0 w 1014082"/>
              <a:gd name="connsiteY3" fmla="*/ 1648983 h 164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4082" h="1648983">
                <a:moveTo>
                  <a:pt x="0" y="0"/>
                </a:moveTo>
                <a:lnTo>
                  <a:pt x="1014082" y="0"/>
                </a:lnTo>
                <a:lnTo>
                  <a:pt x="1014082" y="1648983"/>
                </a:lnTo>
                <a:lnTo>
                  <a:pt x="0" y="1648983"/>
                </a:lnTo>
                <a:close/>
              </a:path>
            </a:pathLst>
          </a:custGeom>
        </p:spPr>
      </p:pic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45" name="Espace réservé d’image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0203" y="2337393"/>
            <a:ext cx="1389888" cy="13898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endParaRPr lang="fr-FR" dirty="0"/>
          </a:p>
        </p:txBody>
      </p:sp>
      <p:sp>
        <p:nvSpPr>
          <p:cNvPr id="46" name="Espace réservé d’image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9928" y="2339375"/>
            <a:ext cx="1389888" cy="138988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endParaRPr lang="fr-FR" dirty="0"/>
          </a:p>
        </p:txBody>
      </p:sp>
      <p:sp>
        <p:nvSpPr>
          <p:cNvPr id="50" name="Espace réservé du texte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26514" y="5064875"/>
            <a:ext cx="2788920" cy="365760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fr-FR" sz="1800"/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51" name="Espace réservé du texte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71823" y="5032014"/>
            <a:ext cx="2788920" cy="3657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fr-FR" sz="1800"/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57" name="Espace réservé du texte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6515" y="2795265"/>
            <a:ext cx="2788920" cy="365760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fr-FR" sz="1800"/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58" name="Espace réservé du texte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71823" y="2794678"/>
            <a:ext cx="2788920" cy="3657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fr-FR" sz="1800"/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59" name="Espace réservé du texte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8143" y="3085049"/>
            <a:ext cx="2816352" cy="310896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54" name="Espace réservé du texte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067" y="3086146"/>
            <a:ext cx="2816352" cy="310896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72" name="Espace réservé d’image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32186" y="4662092"/>
            <a:ext cx="1389888" cy="13898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endParaRPr lang="fr-FR" dirty="0"/>
          </a:p>
        </p:txBody>
      </p:sp>
      <p:sp>
        <p:nvSpPr>
          <p:cNvPr id="73" name="Espace réservé d’image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69928" y="4662092"/>
            <a:ext cx="1389888" cy="13898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endParaRPr lang="fr-FR" dirty="0"/>
          </a:p>
        </p:txBody>
      </p:sp>
      <p:sp>
        <p:nvSpPr>
          <p:cNvPr id="56" name="Espace réservé du texte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84732" y="5337865"/>
            <a:ext cx="2816352" cy="310896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74" name="Espace réservé du texte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07814" y="5335932"/>
            <a:ext cx="2816352" cy="310896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CC414FD-C705-79D9-78A9-63DB36DC2A3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DD574B-2DC0-07BF-5573-0917979F78E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C43B8D3-9A08-F84C-9DD4-44948BA52D4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178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Équipe –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e 2">
            <a:extLst>
              <a:ext uri="{FF2B5EF4-FFF2-40B4-BE49-F238E27FC236}">
                <a16:creationId xmlns:a16="http://schemas.microsoft.com/office/drawing/2014/main" id="{15B61940-E61B-59FA-753F-E3122D288C5B}"/>
              </a:ext>
            </a:extLst>
          </p:cNvPr>
          <p:cNvSpPr/>
          <p:nvPr userDrawn="1"/>
        </p:nvSpPr>
        <p:spPr>
          <a:xfrm>
            <a:off x="1314365" y="1922787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148AA701-7A67-C49D-4314-407AF753DDE7}"/>
              </a:ext>
            </a:extLst>
          </p:cNvPr>
          <p:cNvSpPr/>
          <p:nvPr userDrawn="1"/>
        </p:nvSpPr>
        <p:spPr>
          <a:xfrm>
            <a:off x="3895640" y="1922787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7CC8E6E4-F551-385C-FB82-E0DC1F41683A}"/>
              </a:ext>
            </a:extLst>
          </p:cNvPr>
          <p:cNvSpPr/>
          <p:nvPr userDrawn="1"/>
        </p:nvSpPr>
        <p:spPr>
          <a:xfrm>
            <a:off x="6476915" y="1922787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D29C42C5-603C-FCCB-D730-0AD61CFA4CC2}"/>
              </a:ext>
            </a:extLst>
          </p:cNvPr>
          <p:cNvSpPr/>
          <p:nvPr userDrawn="1"/>
        </p:nvSpPr>
        <p:spPr>
          <a:xfrm>
            <a:off x="9058190" y="1922787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sme 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45" name="Espace réservé d’image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524893" y="2133315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endParaRPr lang="fr-FR" dirty="0"/>
          </a:p>
        </p:txBody>
      </p:sp>
      <p:sp>
        <p:nvSpPr>
          <p:cNvPr id="46" name="Espace réservé d’image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106168" y="2133315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endParaRPr lang="fr-FR" dirty="0"/>
          </a:p>
        </p:txBody>
      </p:sp>
      <p:sp>
        <p:nvSpPr>
          <p:cNvPr id="50" name="Espace réservé du texte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53328" y="3575304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600"/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51" name="Espace réservé du texte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31936" y="3575304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600"/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57" name="Espace réservé du texte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6968" y="3575304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600"/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58" name="Espace réservé du texte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74720" y="3575304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600"/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59" name="Espace réservé du texte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86968" y="3867912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54" name="Espace réservé du texte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74720" y="3867912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72" name="Espace réservé d’image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6687443" y="2133315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endParaRPr lang="fr-FR" dirty="0"/>
          </a:p>
        </p:txBody>
      </p:sp>
      <p:sp>
        <p:nvSpPr>
          <p:cNvPr id="73" name="Espace réservé d’image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9268718" y="2133315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endParaRPr lang="fr-FR" dirty="0"/>
          </a:p>
        </p:txBody>
      </p:sp>
      <p:sp>
        <p:nvSpPr>
          <p:cNvPr id="56" name="Espace réservé du texte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31936" y="3867912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74" name="Espace réservé du texte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53328" y="3867912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75" name="Titr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DCCCB2D5-E906-485E-2E26-F407AF7990EE}"/>
              </a:ext>
            </a:extLst>
          </p:cNvPr>
          <p:cNvSpPr/>
          <p:nvPr userDrawn="1"/>
        </p:nvSpPr>
        <p:spPr>
          <a:xfrm>
            <a:off x="1314365" y="4348233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608273C2-3AD4-6120-E47A-26DB07BBD95D}"/>
              </a:ext>
            </a:extLst>
          </p:cNvPr>
          <p:cNvSpPr/>
          <p:nvPr userDrawn="1"/>
        </p:nvSpPr>
        <p:spPr>
          <a:xfrm>
            <a:off x="3895640" y="4348233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52F43D3C-5856-8C0F-0F96-72BD06ABE36F}"/>
              </a:ext>
            </a:extLst>
          </p:cNvPr>
          <p:cNvSpPr/>
          <p:nvPr userDrawn="1"/>
        </p:nvSpPr>
        <p:spPr>
          <a:xfrm>
            <a:off x="6476915" y="4348233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9185EECC-2E1F-A706-B285-3F50DE4E325D}"/>
              </a:ext>
            </a:extLst>
          </p:cNvPr>
          <p:cNvSpPr/>
          <p:nvPr userDrawn="1"/>
        </p:nvSpPr>
        <p:spPr>
          <a:xfrm>
            <a:off x="9058190" y="4348233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31" name="Espace réservé d’image 42">
            <a:extLst>
              <a:ext uri="{FF2B5EF4-FFF2-40B4-BE49-F238E27FC236}">
                <a16:creationId xmlns:a16="http://schemas.microsoft.com/office/drawing/2014/main" id="{68BB68C2-C6BF-C6F9-8006-0D20E4119CDC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524893" y="4558761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endParaRPr lang="fr-FR" dirty="0"/>
          </a:p>
        </p:txBody>
      </p:sp>
      <p:sp>
        <p:nvSpPr>
          <p:cNvPr id="32" name="Espace réservé d’image 42">
            <a:extLst>
              <a:ext uri="{FF2B5EF4-FFF2-40B4-BE49-F238E27FC236}">
                <a16:creationId xmlns:a16="http://schemas.microsoft.com/office/drawing/2014/main" id="{7ED2CB41-D537-2DB4-7393-38B54A68A24F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106168" y="4558761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endParaRPr lang="fr-FR" dirty="0"/>
          </a:p>
        </p:txBody>
      </p:sp>
      <p:sp>
        <p:nvSpPr>
          <p:cNvPr id="33" name="Espace réservé du texte 47">
            <a:extLst>
              <a:ext uri="{FF2B5EF4-FFF2-40B4-BE49-F238E27FC236}">
                <a16:creationId xmlns:a16="http://schemas.microsoft.com/office/drawing/2014/main" id="{BBFB738A-B417-1ECD-CD63-3482F41BC56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53328" y="6000750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600"/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34" name="Espace réservé du texte 47">
            <a:extLst>
              <a:ext uri="{FF2B5EF4-FFF2-40B4-BE49-F238E27FC236}">
                <a16:creationId xmlns:a16="http://schemas.microsoft.com/office/drawing/2014/main" id="{2D5357B5-C3E2-7F93-1D38-5A371EEEF56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631936" y="6000750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600"/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35" name="Espace réservé du texte 47">
            <a:extLst>
              <a:ext uri="{FF2B5EF4-FFF2-40B4-BE49-F238E27FC236}">
                <a16:creationId xmlns:a16="http://schemas.microsoft.com/office/drawing/2014/main" id="{F3A2EC5D-9943-7E84-56FB-B58A67C055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86968" y="6000750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600"/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36" name="Espace réservé du texte 47">
            <a:extLst>
              <a:ext uri="{FF2B5EF4-FFF2-40B4-BE49-F238E27FC236}">
                <a16:creationId xmlns:a16="http://schemas.microsoft.com/office/drawing/2014/main" id="{DE78D7B0-18B2-66C2-EA4E-90629F60BF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74720" y="6000750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600"/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37" name="Espace réservé du texte 47">
            <a:extLst>
              <a:ext uri="{FF2B5EF4-FFF2-40B4-BE49-F238E27FC236}">
                <a16:creationId xmlns:a16="http://schemas.microsoft.com/office/drawing/2014/main" id="{A171817E-40B4-8D03-2F00-07A0200ABC8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86968" y="6293358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38" name="Espace réservé du texte 47">
            <a:extLst>
              <a:ext uri="{FF2B5EF4-FFF2-40B4-BE49-F238E27FC236}">
                <a16:creationId xmlns:a16="http://schemas.microsoft.com/office/drawing/2014/main" id="{7CB4D57A-D57F-A9A7-E242-62A0EFB9034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74720" y="6293358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39" name="Espace réservé d’image 42">
            <a:extLst>
              <a:ext uri="{FF2B5EF4-FFF2-40B4-BE49-F238E27FC236}">
                <a16:creationId xmlns:a16="http://schemas.microsoft.com/office/drawing/2014/main" id="{CABD2581-C1DD-BCD8-B303-D442E2826A57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6687443" y="4558761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endParaRPr lang="fr-FR" dirty="0"/>
          </a:p>
        </p:txBody>
      </p:sp>
      <p:sp>
        <p:nvSpPr>
          <p:cNvPr id="40" name="Espace réservé d’image 42">
            <a:extLst>
              <a:ext uri="{FF2B5EF4-FFF2-40B4-BE49-F238E27FC236}">
                <a16:creationId xmlns:a16="http://schemas.microsoft.com/office/drawing/2014/main" id="{69C46305-033A-D1D0-006B-CA534D171213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9268718" y="4558761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fr-FR" sz="800"/>
            </a:lvl1pPr>
          </a:lstStyle>
          <a:p>
            <a:pPr rtl="0"/>
            <a:endParaRPr lang="fr-FR" dirty="0"/>
          </a:p>
        </p:txBody>
      </p:sp>
      <p:sp>
        <p:nvSpPr>
          <p:cNvPr id="41" name="Espace réservé du texte 47">
            <a:extLst>
              <a:ext uri="{FF2B5EF4-FFF2-40B4-BE49-F238E27FC236}">
                <a16:creationId xmlns:a16="http://schemas.microsoft.com/office/drawing/2014/main" id="{8A2F0738-422D-8670-FFDD-4DD9CC8579D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631936" y="6293358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42" name="Espace réservé du texte 47">
            <a:extLst>
              <a:ext uri="{FF2B5EF4-FFF2-40B4-BE49-F238E27FC236}">
                <a16:creationId xmlns:a16="http://schemas.microsoft.com/office/drawing/2014/main" id="{83236D35-4927-EB6F-1700-660A0790337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053328" y="6293358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5F9D1D0-8763-3145-447C-B59E4A8FC6E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C43B8D3-9A08-F84C-9DD4-44948BA52D4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88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–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5732" y="1825625"/>
            <a:ext cx="8860536" cy="4351338"/>
          </a:xfrm>
        </p:spPr>
        <p:txBody>
          <a:bodyPr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06D563D3-0A67-7027-7E6A-4A1CC1EFC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0253299D-623D-C544-F0BB-1CFBDADB60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D4DFB546-9FE5-4620-5D33-4097901B71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C43B8D3-9A08-F84C-9DD4-44948BA52D4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8279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9">
            <a:extLst>
              <a:ext uri="{FF2B5EF4-FFF2-40B4-BE49-F238E27FC236}">
                <a16:creationId xmlns:a16="http://schemas.microsoft.com/office/drawing/2014/main" id="{CEF658BC-1431-0DE4-1239-317430423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4763BC-4E08-292A-DD60-96BE96D0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960985-1AA1-7560-41A6-84310DD64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0E0AF6-58A8-48DB-1F46-476F080F6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EC9D58-970F-C9CA-292B-CD8C17FC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52D850-95FE-4444-3630-18B4E285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C43B8D3-9A08-F84C-9DD4-44948BA52D4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1193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texte 31">
            <a:extLst>
              <a:ext uri="{FF2B5EF4-FFF2-40B4-BE49-F238E27FC236}">
                <a16:creationId xmlns:a16="http://schemas.microsoft.com/office/drawing/2014/main" id="{068D4647-BE09-FD84-9BD2-6303C6683A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55064" y="2926080"/>
            <a:ext cx="1801368" cy="502920"/>
          </a:xfrm>
          <a:solidFill>
            <a:schemeClr val="accent1"/>
          </a:solidFill>
        </p:spPr>
        <p:txBody>
          <a:bodyPr rtlCol="0">
            <a:noAutofit/>
          </a:bodyPr>
          <a:lstStyle>
            <a:lvl1pPr marL="0" indent="0">
              <a:buNone/>
              <a:defRPr lang="fr-FR" sz="1200">
                <a:noFill/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33" name="Espace réservé du texte 31">
            <a:extLst>
              <a:ext uri="{FF2B5EF4-FFF2-40B4-BE49-F238E27FC236}">
                <a16:creationId xmlns:a16="http://schemas.microsoft.com/office/drawing/2014/main" id="{AB9EB1AC-FF5A-36FF-E4EC-C3F6EDF04B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95928" y="2926080"/>
            <a:ext cx="1801368" cy="502920"/>
          </a:xfrm>
          <a:solidFill>
            <a:schemeClr val="accent2"/>
          </a:solidFill>
        </p:spPr>
        <p:txBody>
          <a:bodyPr rtlCol="0">
            <a:noAutofit/>
          </a:bodyPr>
          <a:lstStyle>
            <a:lvl1pPr marL="0" indent="0">
              <a:buNone/>
              <a:defRPr lang="fr-FR" sz="1200">
                <a:noFill/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34" name="Espace réservé du texte 31">
            <a:extLst>
              <a:ext uri="{FF2B5EF4-FFF2-40B4-BE49-F238E27FC236}">
                <a16:creationId xmlns:a16="http://schemas.microsoft.com/office/drawing/2014/main" id="{919FA078-A6CC-4C6E-BB4E-70AA4ECA80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45936" y="2926080"/>
            <a:ext cx="1801368" cy="502920"/>
          </a:xfrm>
          <a:solidFill>
            <a:schemeClr val="accent4"/>
          </a:solidFill>
        </p:spPr>
        <p:txBody>
          <a:bodyPr rtlCol="0">
            <a:noAutofit/>
          </a:bodyPr>
          <a:lstStyle>
            <a:lvl1pPr marL="0" indent="0">
              <a:buNone/>
              <a:defRPr lang="fr-FR" sz="1200">
                <a:noFill/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35" name="Espace réservé du texte 31">
            <a:extLst>
              <a:ext uri="{FF2B5EF4-FFF2-40B4-BE49-F238E27FC236}">
                <a16:creationId xmlns:a16="http://schemas.microsoft.com/office/drawing/2014/main" id="{B0730A45-AC46-DF6D-F56B-76A8149091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695944" y="2926080"/>
            <a:ext cx="1987296" cy="502920"/>
          </a:xfrm>
          <a:solidFill>
            <a:schemeClr val="accent3"/>
          </a:solidFill>
        </p:spPr>
        <p:txBody>
          <a:bodyPr rtlCol="0">
            <a:noAutofit/>
          </a:bodyPr>
          <a:lstStyle>
            <a:lvl1pPr marL="0" indent="0">
              <a:buNone/>
              <a:defRPr lang="fr-FR" sz="1200">
                <a:noFill/>
              </a:defRPr>
            </a:lvl1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0936" y="4041648"/>
            <a:ext cx="182270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4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 dirty="0"/>
              <a:t>Modifiez les styles du texte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54096" y="4041648"/>
            <a:ext cx="182270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4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 dirty="0"/>
              <a:t>Modifiez les styles du texte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3F862698-31B6-3C3C-7B04-A5AB06659947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72237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fr-FR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MMM</a:t>
            </a:r>
          </a:p>
        </p:txBody>
      </p:sp>
      <p:sp>
        <p:nvSpPr>
          <p:cNvPr id="19" name="Espace réservé du texte 14">
            <a:extLst>
              <a:ext uri="{FF2B5EF4-FFF2-40B4-BE49-F238E27FC236}">
                <a16:creationId xmlns:a16="http://schemas.microsoft.com/office/drawing/2014/main" id="{12F0E6AE-7B40-CC7A-BAB7-B5963027CE13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3163824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fr-FR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MMM</a:t>
            </a:r>
          </a:p>
        </p:txBody>
      </p:sp>
      <p:sp>
        <p:nvSpPr>
          <p:cNvPr id="21" name="Espace réservé du texte 14">
            <a:extLst>
              <a:ext uri="{FF2B5EF4-FFF2-40B4-BE49-F238E27FC236}">
                <a16:creationId xmlns:a16="http://schemas.microsoft.com/office/drawing/2014/main" id="{F19DE03C-9C3C-ED9E-7938-68DC59591962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596128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fr-FR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MMM</a:t>
            </a:r>
          </a:p>
        </p:txBody>
      </p:sp>
      <p:sp>
        <p:nvSpPr>
          <p:cNvPr id="23" name="Espace réservé du texte 14">
            <a:extLst>
              <a:ext uri="{FF2B5EF4-FFF2-40B4-BE49-F238E27FC236}">
                <a16:creationId xmlns:a16="http://schemas.microsoft.com/office/drawing/2014/main" id="{D15E2928-BFA0-AA75-6EC4-69EFDD61554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8028432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fr-FR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MMM</a:t>
            </a:r>
          </a:p>
        </p:txBody>
      </p:sp>
      <p:sp>
        <p:nvSpPr>
          <p:cNvPr id="25" name="Espace réservé du texte 14">
            <a:extLst>
              <a:ext uri="{FF2B5EF4-FFF2-40B4-BE49-F238E27FC236}">
                <a16:creationId xmlns:a16="http://schemas.microsoft.com/office/drawing/2014/main" id="{B1000C26-BF38-857C-8EB7-C84E4425628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46073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fr-FR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fr-FR"/>
              <a:t>MMM</a:t>
            </a:r>
          </a:p>
        </p:txBody>
      </p:sp>
      <p:sp>
        <p:nvSpPr>
          <p:cNvPr id="26" name="Espace réservé du texte 4">
            <a:extLst>
              <a:ext uri="{FF2B5EF4-FFF2-40B4-BE49-F238E27FC236}">
                <a16:creationId xmlns:a16="http://schemas.microsoft.com/office/drawing/2014/main" id="{7A3AFB34-A509-98A0-B6AB-3BC35F16DD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4688" y="4041648"/>
            <a:ext cx="182270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4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B4CAD471-FB12-ACCA-9D4A-E01322DC61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18704" y="4041648"/>
            <a:ext cx="182270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4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Modifiez les styles du texte</a:t>
            </a:r>
          </a:p>
        </p:txBody>
      </p:sp>
      <p:sp>
        <p:nvSpPr>
          <p:cNvPr id="28" name="Espace réservé du texte 4">
            <a:extLst>
              <a:ext uri="{FF2B5EF4-FFF2-40B4-BE49-F238E27FC236}">
                <a16:creationId xmlns:a16="http://schemas.microsoft.com/office/drawing/2014/main" id="{B7FF2DDC-689F-CE60-97C8-8575DBB2C06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69296" y="4041648"/>
            <a:ext cx="156362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4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 dirty="0"/>
              <a:t>Modifiez les styles du texte</a:t>
            </a:r>
          </a:p>
        </p:txBody>
      </p:sp>
      <p:sp>
        <p:nvSpPr>
          <p:cNvPr id="36" name="Espace réservé du pied de page 35">
            <a:extLst>
              <a:ext uri="{FF2B5EF4-FFF2-40B4-BE49-F238E27FC236}">
                <a16:creationId xmlns:a16="http://schemas.microsoft.com/office/drawing/2014/main" id="{A2666B74-0A69-6162-5AD3-4561A8EE551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Espace réservé du texte 9">
            <a:extLst>
              <a:ext uri="{FF2B5EF4-FFF2-40B4-BE49-F238E27FC236}">
                <a16:creationId xmlns:a16="http://schemas.microsoft.com/office/drawing/2014/main" id="{78FC7A6E-EB75-1109-AB97-8091F2C9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4" name="Espace réservé du numéro de diapositive 9">
            <a:extLst>
              <a:ext uri="{FF2B5EF4-FFF2-40B4-BE49-F238E27FC236}">
                <a16:creationId xmlns:a16="http://schemas.microsoft.com/office/drawing/2014/main" id="{3882992B-56C1-1B1D-6308-47369A0DF03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651903" y="809244"/>
            <a:ext cx="941832" cy="62179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CC43B8D3-9A08-F84C-9DD4-44948BA52D4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9024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 13">
            <a:extLst>
              <a:ext uri="{FF2B5EF4-FFF2-40B4-BE49-F238E27FC236}">
                <a16:creationId xmlns:a16="http://schemas.microsoft.com/office/drawing/2014/main" id="{9F44A91D-CC57-69D8-3CC1-3538FCB6BB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7662" b="48541"/>
          <a:stretch>
            <a:fillRect/>
          </a:stretch>
        </p:blipFill>
        <p:spPr>
          <a:xfrm flipV="1">
            <a:off x="10376194" y="1"/>
            <a:ext cx="1815806" cy="3829511"/>
          </a:xfrm>
          <a:custGeom>
            <a:avLst/>
            <a:gdLst>
              <a:gd name="connsiteX0" fmla="*/ 0 w 1815806"/>
              <a:gd name="connsiteY0" fmla="*/ 3829511 h 3829511"/>
              <a:gd name="connsiteX1" fmla="*/ 1815806 w 1815806"/>
              <a:gd name="connsiteY1" fmla="*/ 3829511 h 3829511"/>
              <a:gd name="connsiteX2" fmla="*/ 1815806 w 1815806"/>
              <a:gd name="connsiteY2" fmla="*/ 0 h 3829511"/>
              <a:gd name="connsiteX3" fmla="*/ 0 w 1815806"/>
              <a:gd name="connsiteY3" fmla="*/ 0 h 3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5806" h="3829511">
                <a:moveTo>
                  <a:pt x="0" y="3829511"/>
                </a:moveTo>
                <a:lnTo>
                  <a:pt x="1815806" y="3829511"/>
                </a:lnTo>
                <a:lnTo>
                  <a:pt x="181580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Graphique 15">
            <a:extLst>
              <a:ext uri="{FF2B5EF4-FFF2-40B4-BE49-F238E27FC236}">
                <a16:creationId xmlns:a16="http://schemas.microsoft.com/office/drawing/2014/main" id="{5AB0AC87-A4CD-F667-74B2-52047C1E6F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5638" b="45150"/>
          <a:stretch>
            <a:fillRect/>
          </a:stretch>
        </p:blipFill>
        <p:spPr>
          <a:xfrm flipV="1">
            <a:off x="10887888" y="1"/>
            <a:ext cx="1304112" cy="3289795"/>
          </a:xfrm>
          <a:custGeom>
            <a:avLst/>
            <a:gdLst>
              <a:gd name="connsiteX0" fmla="*/ 0 w 1304112"/>
              <a:gd name="connsiteY0" fmla="*/ 3289795 h 3289795"/>
              <a:gd name="connsiteX1" fmla="*/ 1304112 w 1304112"/>
              <a:gd name="connsiteY1" fmla="*/ 3289795 h 3289795"/>
              <a:gd name="connsiteX2" fmla="*/ 1304112 w 1304112"/>
              <a:gd name="connsiteY2" fmla="*/ 0 h 3289795"/>
              <a:gd name="connsiteX3" fmla="*/ 0 w 1304112"/>
              <a:gd name="connsiteY3" fmla="*/ 0 h 328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4112" h="3289795">
                <a:moveTo>
                  <a:pt x="0" y="3289795"/>
                </a:moveTo>
                <a:lnTo>
                  <a:pt x="1304112" y="3289795"/>
                </a:lnTo>
                <a:lnTo>
                  <a:pt x="130411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Rectangle 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18" name="Forme libre 55">
            <a:extLst>
              <a:ext uri="{FF2B5EF4-FFF2-40B4-BE49-F238E27FC236}">
                <a16:creationId xmlns:a16="http://schemas.microsoft.com/office/drawing/2014/main" id="{5DF0CA69-CF45-9850-4F85-B4C3BF2141B4}"/>
              </a:ext>
            </a:extLst>
          </p:cNvPr>
          <p:cNvSpPr/>
          <p:nvPr userDrawn="1"/>
        </p:nvSpPr>
        <p:spPr>
          <a:xfrm>
            <a:off x="-7736" y="6082871"/>
            <a:ext cx="12199737" cy="493110"/>
          </a:xfrm>
          <a:custGeom>
            <a:avLst/>
            <a:gdLst>
              <a:gd name="connsiteX0" fmla="*/ 25897 w 12199737"/>
              <a:gd name="connsiteY0" fmla="*/ 0 h 493110"/>
              <a:gd name="connsiteX1" fmla="*/ 12199737 w 12199737"/>
              <a:gd name="connsiteY1" fmla="*/ 0 h 493110"/>
              <a:gd name="connsiteX2" fmla="*/ 12199737 w 12199737"/>
              <a:gd name="connsiteY2" fmla="*/ 493110 h 493110"/>
              <a:gd name="connsiteX3" fmla="*/ 25897 w 12199737"/>
              <a:gd name="connsiteY3" fmla="*/ 493109 h 493110"/>
              <a:gd name="connsiteX4" fmla="*/ 0 w 12199737"/>
              <a:gd name="connsiteY4" fmla="*/ 490499 h 493110"/>
              <a:gd name="connsiteX5" fmla="*/ 0 w 12199737"/>
              <a:gd name="connsiteY5" fmla="*/ 2611 h 49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9737" h="493110">
                <a:moveTo>
                  <a:pt x="25897" y="0"/>
                </a:moveTo>
                <a:lnTo>
                  <a:pt x="12199737" y="0"/>
                </a:lnTo>
                <a:lnTo>
                  <a:pt x="12199737" y="493110"/>
                </a:lnTo>
                <a:lnTo>
                  <a:pt x="25897" y="493109"/>
                </a:lnTo>
                <a:lnTo>
                  <a:pt x="0" y="490499"/>
                </a:lnTo>
                <a:lnTo>
                  <a:pt x="0" y="261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AFE865D6-FFF0-8547-C225-4EA40D12981C}"/>
              </a:ext>
            </a:extLst>
          </p:cNvPr>
          <p:cNvSpPr/>
          <p:nvPr userDrawn="1"/>
        </p:nvSpPr>
        <p:spPr>
          <a:xfrm>
            <a:off x="10745496" y="271272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BC43A4F4-14CD-C1BC-076B-D3EC524E9072}"/>
              </a:ext>
            </a:extLst>
          </p:cNvPr>
          <p:cNvSpPr/>
          <p:nvPr userDrawn="1"/>
        </p:nvSpPr>
        <p:spPr>
          <a:xfrm>
            <a:off x="11336726" y="2288311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F59C9BF2-FA96-FBA2-CC60-3024E983F26F}"/>
              </a:ext>
            </a:extLst>
          </p:cNvPr>
          <p:cNvSpPr/>
          <p:nvPr userDrawn="1"/>
        </p:nvSpPr>
        <p:spPr>
          <a:xfrm>
            <a:off x="825032" y="6142636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566160" cy="649224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8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 dirty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4352544" cy="2002536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fr-FR" sz="1400"/>
            </a:lvl1pPr>
            <a:lvl2pPr>
              <a:lnSpc>
                <a:spcPct val="150000"/>
              </a:lnSpc>
              <a:spcBef>
                <a:spcPts val="0"/>
              </a:spcBef>
              <a:defRPr lang="fr-FR" sz="1200"/>
            </a:lvl2pPr>
            <a:lvl3pPr>
              <a:lnSpc>
                <a:spcPct val="150000"/>
              </a:lnSpc>
              <a:spcBef>
                <a:spcPts val="0"/>
              </a:spcBef>
              <a:defRPr lang="fr-FR" sz="1100"/>
            </a:lvl3pPr>
            <a:lvl4pPr>
              <a:lnSpc>
                <a:spcPct val="150000"/>
              </a:lnSpc>
              <a:spcBef>
                <a:spcPts val="0"/>
              </a:spcBef>
              <a:defRPr lang="fr-FR" sz="1050"/>
            </a:lvl4pPr>
            <a:lvl5pPr>
              <a:lnSpc>
                <a:spcPct val="150000"/>
              </a:lnSpc>
              <a:spcBef>
                <a:spcPts val="0"/>
              </a:spcBef>
              <a:defRPr lang="fr-FR" sz="1050"/>
            </a:lvl5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035040" y="2148840"/>
            <a:ext cx="3566160" cy="649224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8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 dirty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0" y="2788920"/>
            <a:ext cx="4352544" cy="2002536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fr-FR" sz="1400"/>
            </a:lvl1pPr>
            <a:lvl2pPr>
              <a:lnSpc>
                <a:spcPct val="150000"/>
              </a:lnSpc>
              <a:spcBef>
                <a:spcPts val="0"/>
              </a:spcBef>
              <a:defRPr lang="fr-FR" sz="1200"/>
            </a:lvl2pPr>
            <a:lvl3pPr>
              <a:lnSpc>
                <a:spcPct val="150000"/>
              </a:lnSpc>
              <a:spcBef>
                <a:spcPts val="0"/>
              </a:spcBef>
              <a:defRPr lang="fr-FR" sz="1100"/>
            </a:lvl3pPr>
            <a:lvl4pPr>
              <a:lnSpc>
                <a:spcPct val="150000"/>
              </a:lnSpc>
              <a:spcBef>
                <a:spcPts val="0"/>
              </a:spcBef>
              <a:defRPr lang="fr-FR" sz="1050"/>
            </a:lvl4pPr>
            <a:lvl5pPr>
              <a:lnSpc>
                <a:spcPct val="150000"/>
              </a:lnSpc>
              <a:spcBef>
                <a:spcPts val="0"/>
              </a:spcBef>
              <a:defRPr lang="fr-FR" sz="1050"/>
            </a:lvl5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19" name="Espace réservé du texte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21" name="Espace réservé du pied de page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C43B8D3-9A08-F84C-9DD4-44948BA52D4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52812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 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218688" cy="365760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8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 dirty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3163824" cy="3291840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fr-FR" sz="1400"/>
            </a:lvl1pPr>
            <a:lvl2pPr>
              <a:lnSpc>
                <a:spcPct val="150000"/>
              </a:lnSpc>
              <a:spcBef>
                <a:spcPts val="0"/>
              </a:spcBef>
              <a:defRPr lang="fr-FR" sz="1200"/>
            </a:lvl2pPr>
            <a:lvl3pPr>
              <a:lnSpc>
                <a:spcPct val="150000"/>
              </a:lnSpc>
              <a:spcBef>
                <a:spcPts val="0"/>
              </a:spcBef>
              <a:defRPr lang="fr-FR" sz="1100"/>
            </a:lvl3pPr>
            <a:lvl4pPr>
              <a:lnSpc>
                <a:spcPct val="150000"/>
              </a:lnSpc>
              <a:spcBef>
                <a:spcPts val="0"/>
              </a:spcBef>
              <a:defRPr lang="fr-FR" sz="1050"/>
            </a:lvl4pPr>
            <a:lvl5pPr>
              <a:lnSpc>
                <a:spcPct val="150000"/>
              </a:lnSpc>
              <a:spcBef>
                <a:spcPts val="0"/>
              </a:spcBef>
              <a:defRPr lang="fr-FR" sz="1050"/>
            </a:lvl5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349240" y="2148840"/>
            <a:ext cx="3218688" cy="365760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8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 dirty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74920" y="2788920"/>
            <a:ext cx="3163824" cy="3291840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fr-FR" sz="1400"/>
            </a:lvl1pPr>
            <a:lvl2pPr>
              <a:lnSpc>
                <a:spcPct val="150000"/>
              </a:lnSpc>
              <a:spcBef>
                <a:spcPts val="0"/>
              </a:spcBef>
              <a:defRPr lang="fr-FR" sz="1200"/>
            </a:lvl2pPr>
            <a:lvl3pPr>
              <a:lnSpc>
                <a:spcPct val="150000"/>
              </a:lnSpc>
              <a:spcBef>
                <a:spcPts val="0"/>
              </a:spcBef>
              <a:defRPr lang="fr-FR" sz="1100"/>
            </a:lvl3pPr>
            <a:lvl4pPr>
              <a:lnSpc>
                <a:spcPct val="150000"/>
              </a:lnSpc>
              <a:spcBef>
                <a:spcPts val="0"/>
              </a:spcBef>
              <a:defRPr lang="fr-FR" sz="1050"/>
            </a:lvl4pPr>
            <a:lvl5pPr>
              <a:lnSpc>
                <a:spcPct val="150000"/>
              </a:lnSpc>
              <a:spcBef>
                <a:spcPts val="0"/>
              </a:spcBef>
              <a:defRPr lang="fr-FR" sz="1050"/>
            </a:lvl5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19" name="Espace réservé du texte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21" name="Espace réservé du pied de page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C43B8D3-9A08-F84C-9DD4-44948BA52D4B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2" name="Graphisme 1">
            <a:extLst>
              <a:ext uri="{FF2B5EF4-FFF2-40B4-BE49-F238E27FC236}">
                <a16:creationId xmlns:a16="http://schemas.microsoft.com/office/drawing/2014/main" id="{E38DCAB8-FF04-8225-502A-9415422E45E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4165" t="86663"/>
          <a:stretch/>
        </p:blipFill>
        <p:spPr>
          <a:xfrm flipH="1" flipV="1">
            <a:off x="7732664" y="5943369"/>
            <a:ext cx="4459335" cy="914630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7" name="Ovale 6">
            <a:extLst>
              <a:ext uri="{FF2B5EF4-FFF2-40B4-BE49-F238E27FC236}">
                <a16:creationId xmlns:a16="http://schemas.microsoft.com/office/drawing/2014/main" id="{D37B56B1-1773-120E-5DF7-ADC768615C86}"/>
              </a:ext>
            </a:extLst>
          </p:cNvPr>
          <p:cNvSpPr/>
          <p:nvPr userDrawn="1"/>
        </p:nvSpPr>
        <p:spPr>
          <a:xfrm>
            <a:off x="10012200" y="597794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BA05B6D8-31AC-001B-57B4-132C0A9BED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51392" y="2148840"/>
            <a:ext cx="3218688" cy="365760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1800" b="0"/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 dirty="0"/>
              <a:t>Modifiez les styles du texte du masque</a:t>
            </a:r>
          </a:p>
        </p:txBody>
      </p:sp>
      <p:sp>
        <p:nvSpPr>
          <p:cNvPr id="9" name="Espace réservé du contenu 5">
            <a:extLst>
              <a:ext uri="{FF2B5EF4-FFF2-40B4-BE49-F238E27FC236}">
                <a16:creationId xmlns:a16="http://schemas.microsoft.com/office/drawing/2014/main" id="{56DC4DB0-B5C2-72F4-A891-0281DDB80FC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67928" y="2788920"/>
            <a:ext cx="3163824" cy="3291840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fr-FR" sz="1400"/>
            </a:lvl1pPr>
            <a:lvl2pPr>
              <a:lnSpc>
                <a:spcPct val="150000"/>
              </a:lnSpc>
              <a:spcBef>
                <a:spcPts val="0"/>
              </a:spcBef>
              <a:defRPr lang="fr-FR" sz="1200"/>
            </a:lvl2pPr>
            <a:lvl3pPr>
              <a:lnSpc>
                <a:spcPct val="150000"/>
              </a:lnSpc>
              <a:spcBef>
                <a:spcPts val="0"/>
              </a:spcBef>
              <a:defRPr lang="fr-FR" sz="1100"/>
            </a:lvl3pPr>
            <a:lvl4pPr>
              <a:lnSpc>
                <a:spcPct val="150000"/>
              </a:lnSpc>
              <a:spcBef>
                <a:spcPts val="0"/>
              </a:spcBef>
              <a:defRPr lang="fr-FR" sz="1050"/>
            </a:lvl4pPr>
            <a:lvl5pPr>
              <a:lnSpc>
                <a:spcPct val="150000"/>
              </a:lnSpc>
              <a:spcBef>
                <a:spcPts val="0"/>
              </a:spcBef>
              <a:defRPr lang="fr-FR" sz="1050"/>
            </a:lvl5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25535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raphisme 22">
            <a:extLst>
              <a:ext uri="{FF2B5EF4-FFF2-40B4-BE49-F238E27FC236}">
                <a16:creationId xmlns:a16="http://schemas.microsoft.com/office/drawing/2014/main" id="{8508C9A2-89A3-8585-F561-54AF27E76C2E}"/>
              </a:ext>
            </a:extLst>
          </p:cNvPr>
          <p:cNvSpPr/>
          <p:nvPr/>
        </p:nvSpPr>
        <p:spPr>
          <a:xfrm>
            <a:off x="8963354" y="3545840"/>
            <a:ext cx="2556181" cy="2641600"/>
          </a:xfrm>
          <a:custGeom>
            <a:avLst/>
            <a:gdLst>
              <a:gd name="connsiteX0" fmla="*/ 11417928 w 11417635"/>
              <a:gd name="connsiteY0" fmla="*/ 16489276 h 17685280"/>
              <a:gd name="connsiteX1" fmla="*/ 10219543 w 11417635"/>
              <a:gd name="connsiteY1" fmla="*/ 17687536 h 17685280"/>
              <a:gd name="connsiteX2" fmla="*/ 1198684 w 11417635"/>
              <a:gd name="connsiteY2" fmla="*/ 17687536 h 17685280"/>
              <a:gd name="connsiteX3" fmla="*/ 293 w 11417635"/>
              <a:gd name="connsiteY3" fmla="*/ 16489276 h 17685280"/>
              <a:gd name="connsiteX4" fmla="*/ 293 w 11417635"/>
              <a:gd name="connsiteY4" fmla="*/ 1200514 h 17685280"/>
              <a:gd name="connsiteX5" fmla="*/ 1198684 w 11417635"/>
              <a:gd name="connsiteY5" fmla="*/ 2255 h 17685280"/>
              <a:gd name="connsiteX6" fmla="*/ 10219543 w 11417635"/>
              <a:gd name="connsiteY6" fmla="*/ 2255 h 17685280"/>
              <a:gd name="connsiteX7" fmla="*/ 11417928 w 11417635"/>
              <a:gd name="connsiteY7" fmla="*/ 1200514 h 17685280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7" fmla="*/ 10219250 w 11417635"/>
              <a:gd name="connsiteY7" fmla="*/ 14227 h 17699508"/>
              <a:gd name="connsiteX8" fmla="*/ 11417635 w 11417635"/>
              <a:gd name="connsiteY8" fmla="*/ 1212486 h 17699508"/>
              <a:gd name="connsiteX9" fmla="*/ 11417635 w 11417635"/>
              <a:gd name="connsiteY9" fmla="*/ 16501248 h 17699508"/>
              <a:gd name="connsiteX0" fmla="*/ 11417635 w 11509075"/>
              <a:gd name="connsiteY0" fmla="*/ 1212486 h 17699508"/>
              <a:gd name="connsiteX1" fmla="*/ 11417635 w 11509075"/>
              <a:gd name="connsiteY1" fmla="*/ 16501248 h 17699508"/>
              <a:gd name="connsiteX2" fmla="*/ 10219250 w 11509075"/>
              <a:gd name="connsiteY2" fmla="*/ 17699508 h 17699508"/>
              <a:gd name="connsiteX3" fmla="*/ 1198391 w 11509075"/>
              <a:gd name="connsiteY3" fmla="*/ 17699508 h 17699508"/>
              <a:gd name="connsiteX4" fmla="*/ 0 w 11509075"/>
              <a:gd name="connsiteY4" fmla="*/ 16501248 h 17699508"/>
              <a:gd name="connsiteX5" fmla="*/ 0 w 11509075"/>
              <a:gd name="connsiteY5" fmla="*/ 1212486 h 17699508"/>
              <a:gd name="connsiteX6" fmla="*/ 1198391 w 11509075"/>
              <a:gd name="connsiteY6" fmla="*/ 14227 h 17699508"/>
              <a:gd name="connsiteX7" fmla="*/ 3548686 w 11509075"/>
              <a:gd name="connsiteY7" fmla="*/ 0 h 17699508"/>
              <a:gd name="connsiteX8" fmla="*/ 10219250 w 11509075"/>
              <a:gd name="connsiteY8" fmla="*/ 14227 h 17699508"/>
              <a:gd name="connsiteX9" fmla="*/ 11509075 w 11509075"/>
              <a:gd name="connsiteY9" fmla="*/ 1303926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8" fmla="*/ 10219250 w 11417635"/>
              <a:gd name="connsiteY8" fmla="*/ 14227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002280 h 17699508"/>
              <a:gd name="connsiteX5" fmla="*/ 2235 w 11419870"/>
              <a:gd name="connsiteY5" fmla="*/ 1212486 h 17699508"/>
              <a:gd name="connsiteX6" fmla="*/ 1200626 w 11419870"/>
              <a:gd name="connsiteY6" fmla="*/ 14227 h 17699508"/>
              <a:gd name="connsiteX7" fmla="*/ 3550921 w 11419870"/>
              <a:gd name="connsiteY7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947160 h 17699508"/>
              <a:gd name="connsiteX5" fmla="*/ 0 w 11419870"/>
              <a:gd name="connsiteY5" fmla="*/ 3002280 h 17699508"/>
              <a:gd name="connsiteX6" fmla="*/ 2235 w 11419870"/>
              <a:gd name="connsiteY6" fmla="*/ 1212486 h 17699508"/>
              <a:gd name="connsiteX7" fmla="*/ 1200626 w 11419870"/>
              <a:gd name="connsiteY7" fmla="*/ 14227 h 17699508"/>
              <a:gd name="connsiteX8" fmla="*/ 3550921 w 11419870"/>
              <a:gd name="connsiteY8" fmla="*/ 0 h 17699508"/>
              <a:gd name="connsiteX0" fmla="*/ 10221485 w 10221485"/>
              <a:gd name="connsiteY0" fmla="*/ 17699508 h 17699508"/>
              <a:gd name="connsiteX1" fmla="*/ 1200626 w 10221485"/>
              <a:gd name="connsiteY1" fmla="*/ 17699508 h 17699508"/>
              <a:gd name="connsiteX2" fmla="*/ 2235 w 10221485"/>
              <a:gd name="connsiteY2" fmla="*/ 16501248 h 17699508"/>
              <a:gd name="connsiteX3" fmla="*/ 0 w 10221485"/>
              <a:gd name="connsiteY3" fmla="*/ 3947160 h 17699508"/>
              <a:gd name="connsiteX4" fmla="*/ 0 w 10221485"/>
              <a:gd name="connsiteY4" fmla="*/ 3002280 h 17699508"/>
              <a:gd name="connsiteX5" fmla="*/ 2235 w 10221485"/>
              <a:gd name="connsiteY5" fmla="*/ 1212486 h 17699508"/>
              <a:gd name="connsiteX6" fmla="*/ 1200626 w 10221485"/>
              <a:gd name="connsiteY6" fmla="*/ 14227 h 17699508"/>
              <a:gd name="connsiteX7" fmla="*/ 3550921 w 10221485"/>
              <a:gd name="connsiteY7" fmla="*/ 0 h 17699508"/>
              <a:gd name="connsiteX0" fmla="*/ 1200626 w 3550921"/>
              <a:gd name="connsiteY0" fmla="*/ 17699508 h 17699508"/>
              <a:gd name="connsiteX1" fmla="*/ 2235 w 3550921"/>
              <a:gd name="connsiteY1" fmla="*/ 16501248 h 17699508"/>
              <a:gd name="connsiteX2" fmla="*/ 0 w 3550921"/>
              <a:gd name="connsiteY2" fmla="*/ 3947160 h 17699508"/>
              <a:gd name="connsiteX3" fmla="*/ 0 w 3550921"/>
              <a:gd name="connsiteY3" fmla="*/ 3002280 h 17699508"/>
              <a:gd name="connsiteX4" fmla="*/ 2235 w 3550921"/>
              <a:gd name="connsiteY4" fmla="*/ 1212486 h 17699508"/>
              <a:gd name="connsiteX5" fmla="*/ 1200626 w 3550921"/>
              <a:gd name="connsiteY5" fmla="*/ 14227 h 17699508"/>
              <a:gd name="connsiteX6" fmla="*/ 3550921 w 3550921"/>
              <a:gd name="connsiteY6" fmla="*/ 0 h 17699508"/>
              <a:gd name="connsiteX0" fmla="*/ 2235 w 3550921"/>
              <a:gd name="connsiteY0" fmla="*/ 16501248 h 16501248"/>
              <a:gd name="connsiteX1" fmla="*/ 0 w 3550921"/>
              <a:gd name="connsiteY1" fmla="*/ 3947160 h 16501248"/>
              <a:gd name="connsiteX2" fmla="*/ 0 w 3550921"/>
              <a:gd name="connsiteY2" fmla="*/ 3002280 h 16501248"/>
              <a:gd name="connsiteX3" fmla="*/ 2235 w 3550921"/>
              <a:gd name="connsiteY3" fmla="*/ 1212486 h 16501248"/>
              <a:gd name="connsiteX4" fmla="*/ 1200626 w 3550921"/>
              <a:gd name="connsiteY4" fmla="*/ 14227 h 16501248"/>
              <a:gd name="connsiteX5" fmla="*/ 3550921 w 3550921"/>
              <a:gd name="connsiteY5" fmla="*/ 0 h 16501248"/>
              <a:gd name="connsiteX0" fmla="*/ 0 w 3550921"/>
              <a:gd name="connsiteY0" fmla="*/ 3947160 h 3947160"/>
              <a:gd name="connsiteX1" fmla="*/ 0 w 3550921"/>
              <a:gd name="connsiteY1" fmla="*/ 3002280 h 3947160"/>
              <a:gd name="connsiteX2" fmla="*/ 2235 w 3550921"/>
              <a:gd name="connsiteY2" fmla="*/ 1212486 h 3947160"/>
              <a:gd name="connsiteX3" fmla="*/ 1200626 w 3550921"/>
              <a:gd name="connsiteY3" fmla="*/ 14227 h 3947160"/>
              <a:gd name="connsiteX4" fmla="*/ 3550921 w 3550921"/>
              <a:gd name="connsiteY4" fmla="*/ 0 h 3947160"/>
              <a:gd name="connsiteX0" fmla="*/ 0 w 3550921"/>
              <a:gd name="connsiteY0" fmla="*/ 3002280 h 3002280"/>
              <a:gd name="connsiteX1" fmla="*/ 2235 w 3550921"/>
              <a:gd name="connsiteY1" fmla="*/ 1212486 h 3002280"/>
              <a:gd name="connsiteX2" fmla="*/ 1200626 w 3550921"/>
              <a:gd name="connsiteY2" fmla="*/ 14227 h 3002280"/>
              <a:gd name="connsiteX3" fmla="*/ 3550921 w 3550921"/>
              <a:gd name="connsiteY3" fmla="*/ 0 h 3002280"/>
              <a:gd name="connsiteX0" fmla="*/ 2845 w 3548686"/>
              <a:gd name="connsiteY0" fmla="*/ 2799080 h 2799080"/>
              <a:gd name="connsiteX1" fmla="*/ 0 w 3548686"/>
              <a:gd name="connsiteY1" fmla="*/ 1212486 h 2799080"/>
              <a:gd name="connsiteX2" fmla="*/ 1198391 w 3548686"/>
              <a:gd name="connsiteY2" fmla="*/ 14227 h 2799080"/>
              <a:gd name="connsiteX3" fmla="*/ 3548686 w 3548686"/>
              <a:gd name="connsiteY3" fmla="*/ 0 h 2799080"/>
              <a:gd name="connsiteX0" fmla="*/ 2845 w 3548686"/>
              <a:gd name="connsiteY0" fmla="*/ 2707640 h 2707640"/>
              <a:gd name="connsiteX1" fmla="*/ 0 w 3548686"/>
              <a:gd name="connsiteY1" fmla="*/ 1212486 h 2707640"/>
              <a:gd name="connsiteX2" fmla="*/ 1198391 w 3548686"/>
              <a:gd name="connsiteY2" fmla="*/ 14227 h 2707640"/>
              <a:gd name="connsiteX3" fmla="*/ 3548686 w 3548686"/>
              <a:gd name="connsiteY3" fmla="*/ 0 h 2707640"/>
              <a:gd name="connsiteX0" fmla="*/ 2845 w 3548686"/>
              <a:gd name="connsiteY0" fmla="*/ 2667000 h 2667000"/>
              <a:gd name="connsiteX1" fmla="*/ 0 w 3548686"/>
              <a:gd name="connsiteY1" fmla="*/ 1212486 h 2667000"/>
              <a:gd name="connsiteX2" fmla="*/ 1198391 w 3548686"/>
              <a:gd name="connsiteY2" fmla="*/ 14227 h 2667000"/>
              <a:gd name="connsiteX3" fmla="*/ 3548686 w 3548686"/>
              <a:gd name="connsiteY3" fmla="*/ 0 h 2667000"/>
              <a:gd name="connsiteX0" fmla="*/ 2845 w 3548686"/>
              <a:gd name="connsiteY0" fmla="*/ 2651760 h 2651760"/>
              <a:gd name="connsiteX1" fmla="*/ 0 w 3548686"/>
              <a:gd name="connsiteY1" fmla="*/ 1212486 h 2651760"/>
              <a:gd name="connsiteX2" fmla="*/ 1198391 w 3548686"/>
              <a:gd name="connsiteY2" fmla="*/ 14227 h 2651760"/>
              <a:gd name="connsiteX3" fmla="*/ 3548686 w 3548686"/>
              <a:gd name="connsiteY3" fmla="*/ 0 h 2651760"/>
              <a:gd name="connsiteX0" fmla="*/ 2845 w 3020366"/>
              <a:gd name="connsiteY0" fmla="*/ 2651760 h 2651760"/>
              <a:gd name="connsiteX1" fmla="*/ 0 w 3020366"/>
              <a:gd name="connsiteY1" fmla="*/ 1212486 h 2651760"/>
              <a:gd name="connsiteX2" fmla="*/ 1198391 w 3020366"/>
              <a:gd name="connsiteY2" fmla="*/ 14227 h 2651760"/>
              <a:gd name="connsiteX3" fmla="*/ 3020366 w 3020366"/>
              <a:gd name="connsiteY3" fmla="*/ 0 h 2651760"/>
              <a:gd name="connsiteX0" fmla="*/ 2845 w 2883206"/>
              <a:gd name="connsiteY0" fmla="*/ 2651760 h 2651760"/>
              <a:gd name="connsiteX1" fmla="*/ 0 w 2883206"/>
              <a:gd name="connsiteY1" fmla="*/ 1212486 h 2651760"/>
              <a:gd name="connsiteX2" fmla="*/ 1198391 w 2883206"/>
              <a:gd name="connsiteY2" fmla="*/ 14227 h 2651760"/>
              <a:gd name="connsiteX3" fmla="*/ 2883206 w 2883206"/>
              <a:gd name="connsiteY3" fmla="*/ 0 h 2651760"/>
              <a:gd name="connsiteX0" fmla="*/ 2845 w 2796846"/>
              <a:gd name="connsiteY0" fmla="*/ 2651760 h 2651760"/>
              <a:gd name="connsiteX1" fmla="*/ 0 w 2796846"/>
              <a:gd name="connsiteY1" fmla="*/ 1212486 h 2651760"/>
              <a:gd name="connsiteX2" fmla="*/ 1198391 w 2796846"/>
              <a:gd name="connsiteY2" fmla="*/ 14227 h 2651760"/>
              <a:gd name="connsiteX3" fmla="*/ 2796846 w 2796846"/>
              <a:gd name="connsiteY3" fmla="*/ 0 h 2651760"/>
              <a:gd name="connsiteX0" fmla="*/ 2845 w 2735886"/>
              <a:gd name="connsiteY0" fmla="*/ 2656840 h 2656840"/>
              <a:gd name="connsiteX1" fmla="*/ 0 w 2735886"/>
              <a:gd name="connsiteY1" fmla="*/ 1217566 h 2656840"/>
              <a:gd name="connsiteX2" fmla="*/ 1198391 w 2735886"/>
              <a:gd name="connsiteY2" fmla="*/ 19307 h 2656840"/>
              <a:gd name="connsiteX3" fmla="*/ 2735886 w 2735886"/>
              <a:gd name="connsiteY3" fmla="*/ 0 h 265684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44446"/>
              <a:gd name="connsiteY0" fmla="*/ 2651760 h 2651760"/>
              <a:gd name="connsiteX1" fmla="*/ 0 w 2644446"/>
              <a:gd name="connsiteY1" fmla="*/ 1212486 h 2651760"/>
              <a:gd name="connsiteX2" fmla="*/ 1198391 w 2644446"/>
              <a:gd name="connsiteY2" fmla="*/ 14227 h 2651760"/>
              <a:gd name="connsiteX3" fmla="*/ 2644446 w 2644446"/>
              <a:gd name="connsiteY3" fmla="*/ 0 h 2651760"/>
              <a:gd name="connsiteX0" fmla="*/ 2845 w 2608886"/>
              <a:gd name="connsiteY0" fmla="*/ 2651760 h 2651760"/>
              <a:gd name="connsiteX1" fmla="*/ 0 w 2608886"/>
              <a:gd name="connsiteY1" fmla="*/ 1212486 h 2651760"/>
              <a:gd name="connsiteX2" fmla="*/ 1198391 w 2608886"/>
              <a:gd name="connsiteY2" fmla="*/ 14227 h 2651760"/>
              <a:gd name="connsiteX3" fmla="*/ 2608886 w 2608886"/>
              <a:gd name="connsiteY3" fmla="*/ 0 h 2651760"/>
              <a:gd name="connsiteX0" fmla="*/ 2845 w 2598726"/>
              <a:gd name="connsiteY0" fmla="*/ 2646680 h 2646680"/>
              <a:gd name="connsiteX1" fmla="*/ 0 w 2598726"/>
              <a:gd name="connsiteY1" fmla="*/ 1207406 h 2646680"/>
              <a:gd name="connsiteX2" fmla="*/ 1198391 w 2598726"/>
              <a:gd name="connsiteY2" fmla="*/ 9147 h 2646680"/>
              <a:gd name="connsiteX3" fmla="*/ 2598726 w 2598726"/>
              <a:gd name="connsiteY3" fmla="*/ 0 h 2646680"/>
              <a:gd name="connsiteX0" fmla="*/ 2845 w 2558086"/>
              <a:gd name="connsiteY0" fmla="*/ 2641600 h 2641600"/>
              <a:gd name="connsiteX1" fmla="*/ 0 w 2558086"/>
              <a:gd name="connsiteY1" fmla="*/ 1202326 h 2641600"/>
              <a:gd name="connsiteX2" fmla="*/ 1198391 w 2558086"/>
              <a:gd name="connsiteY2" fmla="*/ 4067 h 2641600"/>
              <a:gd name="connsiteX3" fmla="*/ 2558086 w 2558086"/>
              <a:gd name="connsiteY3" fmla="*/ 0 h 2641600"/>
              <a:gd name="connsiteX0" fmla="*/ 2845 w 2556181"/>
              <a:gd name="connsiteY0" fmla="*/ 2641600 h 2641600"/>
              <a:gd name="connsiteX1" fmla="*/ 0 w 2556181"/>
              <a:gd name="connsiteY1" fmla="*/ 1202326 h 2641600"/>
              <a:gd name="connsiteX2" fmla="*/ 1198391 w 2556181"/>
              <a:gd name="connsiteY2" fmla="*/ 4067 h 2641600"/>
              <a:gd name="connsiteX3" fmla="*/ 2556181 w 2556181"/>
              <a:gd name="connsiteY3" fmla="*/ 0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181" h="2641600">
                <a:moveTo>
                  <a:pt x="2845" y="2641600"/>
                </a:moveTo>
                <a:cubicBezTo>
                  <a:pt x="1897" y="2112735"/>
                  <a:pt x="948" y="1731191"/>
                  <a:pt x="0" y="1202326"/>
                </a:cubicBezTo>
                <a:cubicBezTo>
                  <a:pt x="0" y="540519"/>
                  <a:pt x="536541" y="4067"/>
                  <a:pt x="1198391" y="4067"/>
                </a:cubicBezTo>
                <a:lnTo>
                  <a:pt x="2556181" y="0"/>
                </a:lnTo>
              </a:path>
            </a:pathLst>
          </a:custGeom>
          <a:noFill/>
          <a:ln w="1356897" cap="sq">
            <a:solidFill>
              <a:schemeClr val="accent4">
                <a:alpha val="89000"/>
              </a:schemeClr>
            </a:solidFill>
            <a:prstDash val="solid"/>
            <a:round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 rtlCol="0"/>
          <a:lstStyle>
            <a:lvl1pPr marL="0" indent="0">
              <a:buNone/>
              <a:defRPr lang="fr-FR" sz="1800"/>
            </a:lvl1pPr>
            <a:lvl2pPr marL="283464">
              <a:defRPr lang="fr-FR" sz="1800"/>
            </a:lvl2pPr>
            <a:lvl3pPr marL="566928">
              <a:defRPr lang="fr-FR" sz="1600"/>
            </a:lvl3pPr>
            <a:lvl4pPr marL="758952">
              <a:defRPr lang="fr-FR" sz="1400"/>
            </a:lvl4pPr>
            <a:lvl5pPr marL="1042416">
              <a:defRPr lang="fr-FR" sz="1400"/>
            </a:lvl5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45" name="Graphisme 24">
            <a:extLst>
              <a:ext uri="{FF2B5EF4-FFF2-40B4-BE49-F238E27FC236}">
                <a16:creationId xmlns:a16="http://schemas.microsoft.com/office/drawing/2014/main" id="{3A387C14-96A1-A53F-B0C4-8C320C0E434B}"/>
              </a:ext>
            </a:extLst>
          </p:cNvPr>
          <p:cNvSpPr/>
          <p:nvPr/>
        </p:nvSpPr>
        <p:spPr>
          <a:xfrm>
            <a:off x="8928734" y="3558489"/>
            <a:ext cx="3162299" cy="3196641"/>
          </a:xfrm>
          <a:custGeom>
            <a:avLst/>
            <a:gdLst>
              <a:gd name="connsiteX0" fmla="*/ -3730 w 9166847"/>
              <a:gd name="connsiteY0" fmla="*/ 5764965 h 5765688"/>
              <a:gd name="connsiteX1" fmla="*/ -3730 w 9166847"/>
              <a:gd name="connsiteY1" fmla="*/ 1152444 h 5765688"/>
              <a:gd name="connsiteX2" fmla="*/ 1189314 w 9166847"/>
              <a:gd name="connsiteY2" fmla="*/ -724 h 5765688"/>
              <a:gd name="connsiteX3" fmla="*/ 9163118 w 9166847"/>
              <a:gd name="connsiteY3" fmla="*/ 36857 h 5765688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9166848 w 9166848"/>
              <a:gd name="connsiteY4" fmla="*/ 37581 h 5765689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3169739 w 9166848"/>
              <a:gd name="connsiteY4" fmla="*/ 7671 h 5765689"/>
              <a:gd name="connsiteX5" fmla="*/ 9166848 w 9166848"/>
              <a:gd name="connsiteY5" fmla="*/ 37581 h 5765689"/>
              <a:gd name="connsiteX0" fmla="*/ 0 w 3169739"/>
              <a:gd name="connsiteY0" fmla="*/ 5765689 h 5765689"/>
              <a:gd name="connsiteX1" fmla="*/ 0 w 3169739"/>
              <a:gd name="connsiteY1" fmla="*/ 1153168 h 5765689"/>
              <a:gd name="connsiteX2" fmla="*/ 1193044 w 3169739"/>
              <a:gd name="connsiteY2" fmla="*/ 0 h 5765689"/>
              <a:gd name="connsiteX3" fmla="*/ 2736923 w 3169739"/>
              <a:gd name="connsiteY3" fmla="*/ 1574 h 5765689"/>
              <a:gd name="connsiteX4" fmla="*/ 3169739 w 3169739"/>
              <a:gd name="connsiteY4" fmla="*/ 7671 h 5765689"/>
              <a:gd name="connsiteX0" fmla="*/ 0 w 3160214"/>
              <a:gd name="connsiteY0" fmla="*/ 5765689 h 5765689"/>
              <a:gd name="connsiteX1" fmla="*/ 0 w 3160214"/>
              <a:gd name="connsiteY1" fmla="*/ 1153168 h 5765689"/>
              <a:gd name="connsiteX2" fmla="*/ 1193044 w 3160214"/>
              <a:gd name="connsiteY2" fmla="*/ 0 h 5765689"/>
              <a:gd name="connsiteX3" fmla="*/ 2736923 w 3160214"/>
              <a:gd name="connsiteY3" fmla="*/ 1574 h 5765689"/>
              <a:gd name="connsiteX4" fmla="*/ 3160214 w 3160214"/>
              <a:gd name="connsiteY4" fmla="*/ 7671 h 5765689"/>
              <a:gd name="connsiteX0" fmla="*/ 2085 w 3162299"/>
              <a:gd name="connsiteY0" fmla="*/ 5765689 h 5765689"/>
              <a:gd name="connsiteX1" fmla="*/ 0 w 3162299"/>
              <a:gd name="connsiteY1" fmla="*/ 3173781 h 5765689"/>
              <a:gd name="connsiteX2" fmla="*/ 2085 w 3162299"/>
              <a:gd name="connsiteY2" fmla="*/ 1153168 h 5765689"/>
              <a:gd name="connsiteX3" fmla="*/ 1195129 w 3162299"/>
              <a:gd name="connsiteY3" fmla="*/ 0 h 5765689"/>
              <a:gd name="connsiteX4" fmla="*/ 2739008 w 3162299"/>
              <a:gd name="connsiteY4" fmla="*/ 1574 h 5765689"/>
              <a:gd name="connsiteX5" fmla="*/ 3162299 w 3162299"/>
              <a:gd name="connsiteY5" fmla="*/ 7671 h 5765689"/>
              <a:gd name="connsiteX0" fmla="*/ 0 w 3162299"/>
              <a:gd name="connsiteY0" fmla="*/ 3173781 h 3173781"/>
              <a:gd name="connsiteX1" fmla="*/ 2085 w 3162299"/>
              <a:gd name="connsiteY1" fmla="*/ 1153168 h 3173781"/>
              <a:gd name="connsiteX2" fmla="*/ 1195129 w 3162299"/>
              <a:gd name="connsiteY2" fmla="*/ 0 h 3173781"/>
              <a:gd name="connsiteX3" fmla="*/ 2739008 w 3162299"/>
              <a:gd name="connsiteY3" fmla="*/ 1574 h 3173781"/>
              <a:gd name="connsiteX4" fmla="*/ 3162299 w 3162299"/>
              <a:gd name="connsiteY4" fmla="*/ 7671 h 3173781"/>
              <a:gd name="connsiteX0" fmla="*/ 0 w 3162299"/>
              <a:gd name="connsiteY0" fmla="*/ 3196641 h 3196641"/>
              <a:gd name="connsiteX1" fmla="*/ 2085 w 3162299"/>
              <a:gd name="connsiteY1" fmla="*/ 1153168 h 3196641"/>
              <a:gd name="connsiteX2" fmla="*/ 1195129 w 3162299"/>
              <a:gd name="connsiteY2" fmla="*/ 0 h 3196641"/>
              <a:gd name="connsiteX3" fmla="*/ 2739008 w 3162299"/>
              <a:gd name="connsiteY3" fmla="*/ 1574 h 3196641"/>
              <a:gd name="connsiteX4" fmla="*/ 3162299 w 3162299"/>
              <a:gd name="connsiteY4" fmla="*/ 7671 h 319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2299" h="3196641">
                <a:moveTo>
                  <a:pt x="0" y="3196641"/>
                </a:moveTo>
                <a:lnTo>
                  <a:pt x="2085" y="1153168"/>
                </a:lnTo>
                <a:cubicBezTo>
                  <a:pt x="2085" y="516291"/>
                  <a:pt x="536218" y="0"/>
                  <a:pt x="1195129" y="0"/>
                </a:cubicBezTo>
                <a:lnTo>
                  <a:pt x="2739008" y="1574"/>
                </a:lnTo>
                <a:lnTo>
                  <a:pt x="3162299" y="7671"/>
                </a:lnTo>
              </a:path>
            </a:pathLst>
          </a:custGeom>
          <a:noFill/>
          <a:ln w="225588" cap="sq">
            <a:solidFill>
              <a:srgbClr val="FDF9E2"/>
            </a:solidFill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09E9B68F-058D-E637-2550-5DA70E3D0D41}"/>
              </a:ext>
            </a:extLst>
          </p:cNvPr>
          <p:cNvSpPr/>
          <p:nvPr userDrawn="1"/>
        </p:nvSpPr>
        <p:spPr>
          <a:xfrm>
            <a:off x="10310340" y="2011478"/>
            <a:ext cx="1628275" cy="1628275"/>
          </a:xfrm>
          <a:prstGeom prst="ellipse">
            <a:avLst/>
          </a:prstGeom>
          <a:solidFill>
            <a:schemeClr val="accent6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pic>
        <p:nvPicPr>
          <p:cNvPr id="34" name="Graphisme 33">
            <a:extLst>
              <a:ext uri="{FF2B5EF4-FFF2-40B4-BE49-F238E27FC236}">
                <a16:creationId xmlns:a16="http://schemas.microsoft.com/office/drawing/2014/main" id="{6188A037-6B9F-861E-36A7-10311D6127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0972" r="31496"/>
          <a:stretch>
            <a:fillRect/>
          </a:stretch>
        </p:blipFill>
        <p:spPr>
          <a:xfrm>
            <a:off x="12700" y="6051321"/>
            <a:ext cx="12192000" cy="528377"/>
          </a:xfrm>
          <a:custGeom>
            <a:avLst/>
            <a:gdLst>
              <a:gd name="connsiteX0" fmla="*/ 0 w 6858000"/>
              <a:gd name="connsiteY0" fmla="*/ 400156 h 400156"/>
              <a:gd name="connsiteX1" fmla="*/ 0 w 6858000"/>
              <a:gd name="connsiteY1" fmla="*/ 0 h 400156"/>
              <a:gd name="connsiteX2" fmla="*/ 6858000 w 6858000"/>
              <a:gd name="connsiteY2" fmla="*/ 0 h 400156"/>
              <a:gd name="connsiteX3" fmla="*/ 6858000 w 6858000"/>
              <a:gd name="connsiteY3" fmla="*/ 400156 h 40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400156">
                <a:moveTo>
                  <a:pt x="0" y="400156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400156"/>
                </a:lnTo>
                <a:close/>
              </a:path>
            </a:pathLst>
          </a:custGeom>
        </p:spPr>
      </p:pic>
      <p:sp>
        <p:nvSpPr>
          <p:cNvPr id="36" name="Ovale 35">
            <a:extLst>
              <a:ext uri="{FF2B5EF4-FFF2-40B4-BE49-F238E27FC236}">
                <a16:creationId xmlns:a16="http://schemas.microsoft.com/office/drawing/2014/main" id="{1C9183AD-9166-27E4-F8C4-4AAE1C7F0BB9}"/>
              </a:ext>
            </a:extLst>
          </p:cNvPr>
          <p:cNvSpPr/>
          <p:nvPr userDrawn="1"/>
        </p:nvSpPr>
        <p:spPr>
          <a:xfrm>
            <a:off x="9130046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DFED6151-9FDE-FB42-89FC-0347B6A3276D}"/>
              </a:ext>
            </a:extLst>
          </p:cNvPr>
          <p:cNvSpPr/>
          <p:nvPr userDrawn="1"/>
        </p:nvSpPr>
        <p:spPr>
          <a:xfrm>
            <a:off x="8385329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46" name="Espace réservé du pied de page 45">
            <a:extLst>
              <a:ext uri="{FF2B5EF4-FFF2-40B4-BE49-F238E27FC236}">
                <a16:creationId xmlns:a16="http://schemas.microsoft.com/office/drawing/2014/main" id="{41E6D8BC-2E14-B95F-1E2F-30FF6EE3AE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7" name="Espace réservé du numéro de diapositive 46">
            <a:extLst>
              <a:ext uri="{FF2B5EF4-FFF2-40B4-BE49-F238E27FC236}">
                <a16:creationId xmlns:a16="http://schemas.microsoft.com/office/drawing/2014/main" id="{89B6F428-7A93-4AA9-C12A-2A93DFEAF0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C43B8D3-9A08-F84C-9DD4-44948BA52D4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0811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aphisme 43">
            <a:extLst>
              <a:ext uri="{FF2B5EF4-FFF2-40B4-BE49-F238E27FC236}">
                <a16:creationId xmlns:a16="http://schemas.microsoft.com/office/drawing/2014/main" id="{94240F9C-F2B6-6263-0817-7E0809D9DF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85327"/>
          <a:stretch>
            <a:fillRect/>
          </a:stretch>
        </p:blipFill>
        <p:spPr>
          <a:xfrm rot="16200000">
            <a:off x="8348893" y="2856018"/>
            <a:ext cx="6718341" cy="1006304"/>
          </a:xfrm>
          <a:custGeom>
            <a:avLst/>
            <a:gdLst>
              <a:gd name="connsiteX0" fmla="*/ 0 w 6718341"/>
              <a:gd name="connsiteY0" fmla="*/ 0 h 1006304"/>
              <a:gd name="connsiteX1" fmla="*/ 6718341 w 6718341"/>
              <a:gd name="connsiteY1" fmla="*/ 0 h 1006304"/>
              <a:gd name="connsiteX2" fmla="*/ 6718341 w 6718341"/>
              <a:gd name="connsiteY2" fmla="*/ 1006304 h 1006304"/>
              <a:gd name="connsiteX3" fmla="*/ 0 w 6718341"/>
              <a:gd name="connsiteY3" fmla="*/ 1006304 h 100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006304">
                <a:moveTo>
                  <a:pt x="0" y="0"/>
                </a:moveTo>
                <a:lnTo>
                  <a:pt x="6718341" y="0"/>
                </a:lnTo>
                <a:lnTo>
                  <a:pt x="6718341" y="1006304"/>
                </a:lnTo>
                <a:lnTo>
                  <a:pt x="0" y="1006304"/>
                </a:lnTo>
                <a:close/>
              </a:path>
            </a:pathLst>
          </a:custGeom>
        </p:spPr>
      </p:pic>
      <p:sp>
        <p:nvSpPr>
          <p:cNvPr id="50" name="Ovale 49">
            <a:extLst>
              <a:ext uri="{FF2B5EF4-FFF2-40B4-BE49-F238E27FC236}">
                <a16:creationId xmlns:a16="http://schemas.microsoft.com/office/drawing/2014/main" id="{024F3BA7-5767-DA19-90B2-79087CCD234A}"/>
              </a:ext>
            </a:extLst>
          </p:cNvPr>
          <p:cNvSpPr/>
          <p:nvPr userDrawn="1"/>
        </p:nvSpPr>
        <p:spPr>
          <a:xfrm>
            <a:off x="11280648" y="107998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52" name="Ovale 51">
            <a:extLst>
              <a:ext uri="{FF2B5EF4-FFF2-40B4-BE49-F238E27FC236}">
                <a16:creationId xmlns:a16="http://schemas.microsoft.com/office/drawing/2014/main" id="{75941C3B-69D9-2131-DE98-77882C6B492E}"/>
              </a:ext>
            </a:extLst>
          </p:cNvPr>
          <p:cNvSpPr/>
          <p:nvPr userDrawn="1"/>
        </p:nvSpPr>
        <p:spPr>
          <a:xfrm>
            <a:off x="9885091" y="4608699"/>
            <a:ext cx="1628275" cy="1628275"/>
          </a:xfrm>
          <a:prstGeom prst="ellipse">
            <a:avLst/>
          </a:prstGeom>
          <a:solidFill>
            <a:schemeClr val="accent3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>
              <a:solidFill>
                <a:schemeClr val="accent4"/>
              </a:solidFill>
            </a:endParaRPr>
          </a:p>
        </p:txBody>
      </p:sp>
      <p:pic>
        <p:nvPicPr>
          <p:cNvPr id="72" name="Graphisme 71">
            <a:extLst>
              <a:ext uri="{FF2B5EF4-FFF2-40B4-BE49-F238E27FC236}">
                <a16:creationId xmlns:a16="http://schemas.microsoft.com/office/drawing/2014/main" id="{F2C371ED-FE8B-10E6-6B09-AB1AF954AAF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820" t="41526" b="3152"/>
          <a:stretch/>
        </p:blipFill>
        <p:spPr>
          <a:xfrm>
            <a:off x="-63921" y="5642"/>
            <a:ext cx="3769859" cy="6852356"/>
          </a:xfrm>
          <a:custGeom>
            <a:avLst/>
            <a:gdLst>
              <a:gd name="connsiteX0" fmla="*/ 0 w 3769859"/>
              <a:gd name="connsiteY0" fmla="*/ 0 h 6852356"/>
              <a:gd name="connsiteX1" fmla="*/ 3769859 w 3769859"/>
              <a:gd name="connsiteY1" fmla="*/ 0 h 6852356"/>
              <a:gd name="connsiteX2" fmla="*/ 3769859 w 3769859"/>
              <a:gd name="connsiteY2" fmla="*/ 6852356 h 6852356"/>
              <a:gd name="connsiteX3" fmla="*/ 0 w 3769859"/>
              <a:gd name="connsiteY3" fmla="*/ 6852356 h 6852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859" h="6852356">
                <a:moveTo>
                  <a:pt x="0" y="0"/>
                </a:moveTo>
                <a:lnTo>
                  <a:pt x="3769859" y="0"/>
                </a:lnTo>
                <a:lnTo>
                  <a:pt x="3769859" y="6852356"/>
                </a:lnTo>
                <a:lnTo>
                  <a:pt x="0" y="6852356"/>
                </a:lnTo>
                <a:close/>
              </a:path>
            </a:pathLst>
          </a:custGeom>
        </p:spPr>
      </p:pic>
      <p:pic>
        <p:nvPicPr>
          <p:cNvPr id="57" name="Graphisme 56">
            <a:extLst>
              <a:ext uri="{FF2B5EF4-FFF2-40B4-BE49-F238E27FC236}">
                <a16:creationId xmlns:a16="http://schemas.microsoft.com/office/drawing/2014/main" id="{E6DDC0DD-511A-395D-6DF6-B3EBA937EF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0633" b="65821"/>
          <a:stretch>
            <a:fillRect/>
          </a:stretch>
        </p:blipFill>
        <p:spPr>
          <a:xfrm flipV="1">
            <a:off x="5869" y="1"/>
            <a:ext cx="5332115" cy="2343995"/>
          </a:xfrm>
          <a:custGeom>
            <a:avLst/>
            <a:gdLst>
              <a:gd name="connsiteX0" fmla="*/ 0 w 5332115"/>
              <a:gd name="connsiteY0" fmla="*/ 2343995 h 2343995"/>
              <a:gd name="connsiteX1" fmla="*/ 5332115 w 5332115"/>
              <a:gd name="connsiteY1" fmla="*/ 2343995 h 2343995"/>
              <a:gd name="connsiteX2" fmla="*/ 5332115 w 5332115"/>
              <a:gd name="connsiteY2" fmla="*/ 0 h 2343995"/>
              <a:gd name="connsiteX3" fmla="*/ 0 w 5332115"/>
              <a:gd name="connsiteY3" fmla="*/ 0 h 234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115" h="2343995">
                <a:moveTo>
                  <a:pt x="0" y="2343995"/>
                </a:moveTo>
                <a:lnTo>
                  <a:pt x="5332115" y="2343995"/>
                </a:lnTo>
                <a:lnTo>
                  <a:pt x="5332115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60" name="Graphisme 59">
            <a:extLst>
              <a:ext uri="{FF2B5EF4-FFF2-40B4-BE49-F238E27FC236}">
                <a16:creationId xmlns:a16="http://schemas.microsoft.com/office/drawing/2014/main" id="{A03A29F6-2DC7-B284-F21B-10BBEECC05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165" t="77500"/>
          <a:stretch>
            <a:fillRect/>
          </a:stretch>
        </p:blipFill>
        <p:spPr>
          <a:xfrm>
            <a:off x="-16872" y="-29980"/>
            <a:ext cx="4459335" cy="1601124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64" name="Ovale 63">
            <a:extLst>
              <a:ext uri="{FF2B5EF4-FFF2-40B4-BE49-F238E27FC236}">
                <a16:creationId xmlns:a16="http://schemas.microsoft.com/office/drawing/2014/main" id="{5E42667F-7399-2294-D94B-CB84510A0E95}"/>
              </a:ext>
            </a:extLst>
          </p:cNvPr>
          <p:cNvSpPr/>
          <p:nvPr userDrawn="1"/>
        </p:nvSpPr>
        <p:spPr>
          <a:xfrm>
            <a:off x="3261092" y="18900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pic>
        <p:nvPicPr>
          <p:cNvPr id="26" name="Graphisme 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73" name="Titre 1">
            <a:extLst>
              <a:ext uri="{FF2B5EF4-FFF2-40B4-BE49-F238E27FC236}">
                <a16:creationId xmlns:a16="http://schemas.microsoft.com/office/drawing/2014/main" id="{11BE7A0F-8563-C84F-54DB-CF04C6DA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583" y="2214823"/>
            <a:ext cx="3769859" cy="1975104"/>
          </a:xfrm>
        </p:spPr>
        <p:txBody>
          <a:bodyPr rtlCol="0" anchor="b">
            <a:noAutofit/>
          </a:bodyPr>
          <a:lstStyle>
            <a:lvl1pPr>
              <a:defRPr lang="fr-FR" sz="6600"/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6231" y="4278235"/>
            <a:ext cx="3081528" cy="1170432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lang="fr-FR" sz="1800">
                <a:solidFill>
                  <a:schemeClr val="tx1"/>
                </a:solidFill>
              </a:defRPr>
            </a:lvl1pPr>
            <a:lvl2pPr marL="457200" indent="0">
              <a:buNone/>
              <a:defRPr lang="fr-FR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fr-FR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2772760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F45380E4-4280-4D6A-412C-BEC95C8CA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E2DEC6B-E418-F7FA-5D06-66914BE6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22" name="Espace réservé du pied de page 21">
            <a:extLst>
              <a:ext uri="{FF2B5EF4-FFF2-40B4-BE49-F238E27FC236}">
                <a16:creationId xmlns:a16="http://schemas.microsoft.com/office/drawing/2014/main" id="{CDBC6FA3-472C-62C4-429A-28029D228D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F0B4C4FF-8EF1-767D-7C77-03D625E4B32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C43B8D3-9A08-F84C-9DD4-44948BA52D4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2396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A48C42A6-E4A3-57E4-DBFE-86C89D6D36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0272D4-D364-93D2-A948-9DD478627E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4DD4E5-F3CE-6199-31DD-1C03C409E0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C43B8D3-9A08-F84C-9DD4-44948BA52D4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7129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3FA20FC2-E959-7E20-4647-E505BD8BE4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A56E61-4EF1-44C9-6CC9-6876765A7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57400"/>
            <a:ext cx="6172200" cy="4069080"/>
          </a:xfrm>
        </p:spPr>
        <p:txBody>
          <a:bodyPr rtlCol="0"/>
          <a:lstStyle>
            <a:lvl1pPr>
              <a:defRPr lang="fr-FR" sz="3200"/>
            </a:lvl1pPr>
            <a:lvl2pPr>
              <a:defRPr lang="fr-FR" sz="2800"/>
            </a:lvl2pPr>
            <a:lvl3pPr>
              <a:defRPr lang="fr-FR" sz="2400"/>
            </a:lvl3pPr>
            <a:lvl4pPr>
              <a:defRPr lang="fr-FR" sz="2000"/>
            </a:lvl4pPr>
            <a:lvl5pPr>
              <a:defRPr lang="fr-FR" sz="2000"/>
            </a:lvl5pPr>
            <a:lvl6pPr>
              <a:defRPr lang="fr-FR" sz="2000"/>
            </a:lvl6pPr>
            <a:lvl7pPr>
              <a:defRPr lang="fr-FR" sz="2000"/>
            </a:lvl7pPr>
            <a:lvl8pPr>
              <a:defRPr lang="fr-FR" sz="2000"/>
            </a:lvl8pPr>
            <a:lvl9pPr>
              <a:defRPr lang="fr-FR" sz="2000"/>
            </a:lvl9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A7802A7-DF1B-DE1B-4EA4-055C593507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4069080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 dirty="0"/>
              <a:t>Modifiez les styles du texte du masque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FB2F4222-9F0A-A7FE-DFA4-39F2D1A2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A9174264-0D17-CF28-8778-3DD02FD42C4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4FFFA002-049D-7794-5114-044DA2B571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C43B8D3-9A08-F84C-9DD4-44948BA52D4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F54A2A46-C45B-ED08-EE41-CEC7D35473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3200" b="0">
                <a:noFill/>
              </a:defRPr>
            </a:lvl1pPr>
          </a:lstStyle>
          <a:p>
            <a:pPr lvl="0" rtl="0"/>
            <a:r>
              <a:rPr lang="fr-FR"/>
              <a:t>X</a:t>
            </a:r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3AA4EA03-DC7A-CC5C-0E56-20FDFBD1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1725930"/>
            <a:ext cx="6172200" cy="4873625"/>
          </a:xfrm>
        </p:spPr>
        <p:txBody>
          <a:bodyPr rtlCol="0"/>
          <a:lstStyle>
            <a:lvl1pPr marL="0" indent="0">
              <a:buNone/>
              <a:defRPr lang="fr-FR" sz="3200"/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400"/>
            </a:lvl3pPr>
            <a:lvl4pPr marL="1371600" indent="0">
              <a:buNone/>
              <a:defRPr lang="fr-FR" sz="2000"/>
            </a:lvl4pPr>
            <a:lvl5pPr marL="1828800" indent="0">
              <a:buNone/>
              <a:defRPr lang="fr-FR" sz="2000"/>
            </a:lvl5pPr>
            <a:lvl6pPr marL="2286000" indent="0">
              <a:buNone/>
              <a:defRPr lang="fr-FR" sz="2000"/>
            </a:lvl6pPr>
            <a:lvl7pPr marL="2743200" indent="0">
              <a:buNone/>
              <a:defRPr lang="fr-FR" sz="2000"/>
            </a:lvl7pPr>
            <a:lvl8pPr marL="3200400" indent="0">
              <a:buNone/>
              <a:defRPr lang="fr-FR" sz="2000"/>
            </a:lvl8pPr>
            <a:lvl9pPr marL="3657600" indent="0">
              <a:buNone/>
              <a:defRPr lang="fr-FR" sz="2000"/>
            </a:lvl9pPr>
          </a:lstStyle>
          <a:p>
            <a:pPr rtl="0"/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3A30CC9-5F1C-933D-A4C9-7DCE2F039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/>
              <a:t>Modifiez les styles du texte du masque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4304BF9-EDC8-7868-84C1-6CCB690381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7FE0970-0DB3-2D10-BEAE-54A52070A1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CC43B8D3-9A08-F84C-9DD4-44948BA52D4B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FC668391-E0E0-74A5-F96F-B67ECAE8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01172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1E197C-8454-08AA-A652-357480D98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530FAC-6DFA-F32C-E62D-5C32C06A0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71" y="6234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7B62FF-DCC3-B0E5-E9C3-736A70823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1903" y="809244"/>
            <a:ext cx="941832" cy="621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3200">
                <a:solidFill>
                  <a:schemeClr val="bg2"/>
                </a:solidFill>
              </a:defRPr>
            </a:lvl1pPr>
          </a:lstStyle>
          <a:p>
            <a:pPr rtl="0"/>
            <a:fld id="{CC43B8D3-9A08-F84C-9DD4-44948BA52D4B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FFBFB-5A27-2D81-3931-C98447651EF4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95E283-E2C6-EE8C-5FC9-96FD9B2DC537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6BEB7FA7-6E9C-81BB-8E55-A22BFF734E24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phisme 28">
            <a:extLst>
              <a:ext uri="{FF2B5EF4-FFF2-40B4-BE49-F238E27FC236}">
                <a16:creationId xmlns:a16="http://schemas.microsoft.com/office/drawing/2014/main" id="{77E78B78-C9C0-6811-5C24-BA7F4E6120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9F9C8F7F-2A36-A3D8-7C9C-CFDFFF47B82A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E59602F-1B68-185F-6DA7-FDDA1F06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7264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8" r:id="rId5"/>
    <p:sldLayoutId id="2147483663" r:id="rId6"/>
    <p:sldLayoutId id="2147483664" r:id="rId7"/>
    <p:sldLayoutId id="2147483659" r:id="rId8"/>
    <p:sldLayoutId id="2147483660" r:id="rId9"/>
    <p:sldLayoutId id="2147483661" r:id="rId10"/>
    <p:sldLayoutId id="2147483652" r:id="rId11"/>
    <p:sldLayoutId id="2147483667" r:id="rId12"/>
    <p:sldLayoutId id="2147483653" r:id="rId13"/>
    <p:sldLayoutId id="2147483668" r:id="rId14"/>
    <p:sldLayoutId id="2147483665" r:id="rId15"/>
    <p:sldLayoutId id="2147483666" r:id="rId16"/>
    <p:sldLayoutId id="2147483654" r:id="rId17"/>
    <p:sldLayoutId id="2147483655" r:id="rId18"/>
    <p:sldLayoutId id="2147483656" r:id="rId19"/>
    <p:sldLayoutId id="2147483657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lang="fr-F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svg"/><Relationship Id="rId4" Type="http://schemas.openxmlformats.org/officeDocument/2006/relationships/image" Target="../media/image3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528762-BFD9-B53C-F438-D440DBFDD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fr-FR" dirty="0" err="1"/>
              <a:t>Random</a:t>
            </a:r>
            <a:br>
              <a:rPr lang="fr-FR" dirty="0"/>
            </a:br>
            <a:r>
              <a:rPr lang="fr-FR" dirty="0"/>
              <a:t> Forest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57451B7-2A25-8813-BC77-07DE3529FC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>
            <a:defPPr>
              <a:defRPr lang="fr-FR"/>
            </a:defPPr>
          </a:lstStyle>
          <a:p>
            <a:r>
              <a:rPr lang="fr-FR" dirty="0"/>
              <a:t>Eder, Elodie, </a:t>
            </a:r>
            <a:r>
              <a:rPr lang="fr-FR" dirty="0" err="1"/>
              <a:t>Ranto</a:t>
            </a:r>
          </a:p>
        </p:txBody>
      </p:sp>
    </p:spTree>
    <p:extLst>
      <p:ext uri="{BB962C8B-B14F-4D97-AF65-F5344CB8AC3E}">
        <p14:creationId xmlns:p14="http://schemas.microsoft.com/office/powerpoint/2010/main" val="282759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FD6DF6-5B25-79AF-09F2-0008B7DD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Programme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FA49DED-F98B-AA29-6402-0A09C4EFE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Contexte</a:t>
            </a:r>
          </a:p>
        </p:txBody>
      </p:sp>
      <p:sp>
        <p:nvSpPr>
          <p:cNvPr id="48" name="Espace réservé du texte 47">
            <a:extLst>
              <a:ext uri="{FF2B5EF4-FFF2-40B4-BE49-F238E27FC236}">
                <a16:creationId xmlns:a16="http://schemas.microsoft.com/office/drawing/2014/main" id="{B79EAB77-EA1B-845C-B39D-F4147B3C0E4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1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BAF7CB-A8CE-582C-C1DB-E6D72AC69A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Définition</a:t>
            </a:r>
          </a:p>
        </p:txBody>
      </p:sp>
      <p:sp>
        <p:nvSpPr>
          <p:cNvPr id="49" name="Espace réservé du texte 48">
            <a:extLst>
              <a:ext uri="{FF2B5EF4-FFF2-40B4-BE49-F238E27FC236}">
                <a16:creationId xmlns:a16="http://schemas.microsoft.com/office/drawing/2014/main" id="{9AD6ED5E-6255-A10D-1B61-1C38A65A0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2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1C403DC-3521-3A53-9255-0D192EBD4F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fr-FR"/>
              <a:t>Avantages/Inconvénients</a:t>
            </a:r>
          </a:p>
        </p:txBody>
      </p:sp>
      <p:sp>
        <p:nvSpPr>
          <p:cNvPr id="50" name="Espace réservé du texte 49">
            <a:extLst>
              <a:ext uri="{FF2B5EF4-FFF2-40B4-BE49-F238E27FC236}">
                <a16:creationId xmlns:a16="http://schemas.microsoft.com/office/drawing/2014/main" id="{725D92A4-EE14-BE47-EFF6-F0FD3F4AE6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3</a:t>
            </a: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01F6EA68-2AA8-DF86-685C-EC38431277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fr-FR"/>
              <a:t>En pratique</a:t>
            </a:r>
          </a:p>
        </p:txBody>
      </p: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7FFFF704-D039-7DC7-A34E-489FEE26CD8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4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2545FBC-2F5C-8772-F385-63E10355830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Synthèse</a:t>
            </a:r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B834A08F-B9C1-B3EF-25F5-A69D401C8BC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2850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0BA60034-9E02-4BFF-D46B-98C157D6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Contexte</a:t>
            </a:r>
          </a:p>
        </p:txBody>
      </p:sp>
      <p:sp>
        <p:nvSpPr>
          <p:cNvPr id="25" name="Espace réservé du texte 24">
            <a:extLst>
              <a:ext uri="{FF2B5EF4-FFF2-40B4-BE49-F238E27FC236}">
                <a16:creationId xmlns:a16="http://schemas.microsoft.com/office/drawing/2014/main" id="{409EE273-65DC-EBC2-149C-7BB5726CE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3</a:t>
            </a:r>
          </a:p>
        </p:txBody>
      </p:sp>
      <p:sp>
        <p:nvSpPr>
          <p:cNvPr id="27" name="Espace réservé du numéro de diapositive 26">
            <a:extLst>
              <a:ext uri="{FF2B5EF4-FFF2-40B4-BE49-F238E27FC236}">
                <a16:creationId xmlns:a16="http://schemas.microsoft.com/office/drawing/2014/main" id="{900E35B6-58C6-ABFD-1333-AA1B7702D1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1</a:t>
            </a:r>
          </a:p>
        </p:txBody>
      </p:sp>
      <p:pic>
        <p:nvPicPr>
          <p:cNvPr id="3" name="Image 2" descr="Une image contenant texte, diagramm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B642F518-7C0D-665F-F2C0-F97959B73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790" y="1712685"/>
            <a:ext cx="625105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223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5C6E8-5903-2695-81C2-F9BD9573A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D060B4-8E09-3C16-BD5B-02E010D0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2703" y="2107354"/>
            <a:ext cx="2736803" cy="777240"/>
          </a:xfrm>
        </p:spPr>
        <p:txBody>
          <a:bodyPr rtlCol="0" anchor="ctr">
            <a:normAutofit/>
          </a:bodyPr>
          <a:lstStyle>
            <a:defPPr>
              <a:defRPr lang="fr-FR"/>
            </a:defPPr>
          </a:lstStyle>
          <a:p>
            <a:r>
              <a:rPr lang="fr-FR" sz="2500"/>
              <a:t>Cas d'une</a:t>
            </a:r>
            <a:br>
              <a:rPr lang="fr-FR" sz="2500"/>
            </a:br>
            <a:r>
              <a:rPr lang="fr-FR" sz="2500"/>
              <a:t>Classification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E6D928A-73A0-332E-7EC7-50A1B58CF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901" y="3561713"/>
            <a:ext cx="5783515" cy="3256413"/>
          </a:xfrm>
          <a:prstGeom prst="rect">
            <a:avLst/>
          </a:prstGeom>
          <a:noFill/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A89FC5-AC62-EE5D-F67C-EF7641C353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Image 4" descr="Une image contenant texte, diagramme, croquis, blanc&#10;&#10;Le contenu généré par l’IA peut être incorrect.">
            <a:extLst>
              <a:ext uri="{FF2B5EF4-FFF2-40B4-BE49-F238E27FC236}">
                <a16:creationId xmlns:a16="http://schemas.microsoft.com/office/drawing/2014/main" id="{AC660F3D-D140-A64F-0860-F9B44648C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85" y="3579323"/>
            <a:ext cx="5804521" cy="3239599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8E6077C5-2780-F9B1-A279-04C58FC1B2A3}"/>
              </a:ext>
            </a:extLst>
          </p:cNvPr>
          <p:cNvSpPr txBox="1">
            <a:spLocks/>
          </p:cNvSpPr>
          <p:nvPr/>
        </p:nvSpPr>
        <p:spPr>
          <a:xfrm>
            <a:off x="1113711" y="2205045"/>
            <a:ext cx="3826106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500"/>
              <a:t>Cas d'une</a:t>
            </a:r>
            <a:br>
              <a:rPr lang="fr-FR" sz="2500" dirty="0"/>
            </a:br>
            <a:r>
              <a:rPr lang="fr-FR" sz="2500"/>
              <a:t>Régression linéaire</a:t>
            </a:r>
          </a:p>
        </p:txBody>
      </p:sp>
      <p:sp>
        <p:nvSpPr>
          <p:cNvPr id="12" name="Espace réservé du numéro de diapositive 10">
            <a:extLst>
              <a:ext uri="{FF2B5EF4-FFF2-40B4-BE49-F238E27FC236}">
                <a16:creationId xmlns:a16="http://schemas.microsoft.com/office/drawing/2014/main" id="{7EF36E21-5A37-947D-402B-26AB4C4F04F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651903" y="809244"/>
            <a:ext cx="941832" cy="62179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2</a:t>
            </a:r>
            <a:endParaRPr lang="fr-FR" dirty="0"/>
          </a:p>
        </p:txBody>
      </p:sp>
      <p:sp>
        <p:nvSpPr>
          <p:cNvPr id="14" name="Titre 4">
            <a:extLst>
              <a:ext uri="{FF2B5EF4-FFF2-40B4-BE49-F238E27FC236}">
                <a16:creationId xmlns:a16="http://schemas.microsoft.com/office/drawing/2014/main" id="{106558AA-9642-5EF2-ED35-DC6D3C5EA469}"/>
              </a:ext>
            </a:extLst>
          </p:cNvPr>
          <p:cNvSpPr txBox="1">
            <a:spLocks/>
          </p:cNvSpPr>
          <p:nvPr/>
        </p:nvSpPr>
        <p:spPr>
          <a:xfrm>
            <a:off x="2597336" y="722376"/>
            <a:ext cx="8870656" cy="764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Définition</a:t>
            </a:r>
          </a:p>
        </p:txBody>
      </p:sp>
    </p:spTree>
    <p:extLst>
      <p:ext uri="{BB962C8B-B14F-4D97-AF65-F5344CB8AC3E}">
        <p14:creationId xmlns:p14="http://schemas.microsoft.com/office/powerpoint/2010/main" val="2660253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E46C7FB9-1D67-4C73-7AAC-B157D99BC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59876"/>
            <a:ext cx="8951976" cy="3747532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Comment marche </a:t>
            </a:r>
            <a:r>
              <a:rPr lang="fr-FR" dirty="0" err="1"/>
              <a:t>random</a:t>
            </a:r>
            <a:r>
              <a:rPr lang="fr-FR" dirty="0"/>
              <a:t> </a:t>
            </a:r>
            <a:r>
              <a:rPr lang="fr-FR" dirty="0" err="1"/>
              <a:t>forest</a:t>
            </a:r>
            <a:r>
              <a:rPr lang="fr-FR" dirty="0"/>
              <a:t>?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B8EBF7-9AC8-22DA-92BC-771008772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5682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croquis, dessin, Dessin au trait, art&#10;&#10;Le contenu généré par l’IA peut être incorrect.">
            <a:extLst>
              <a:ext uri="{FF2B5EF4-FFF2-40B4-BE49-F238E27FC236}">
                <a16:creationId xmlns:a16="http://schemas.microsoft.com/office/drawing/2014/main" id="{05F5BA7E-EC1B-940B-DA85-01117CA3E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036" y="694103"/>
            <a:ext cx="3591659" cy="1444870"/>
          </a:xfrm>
          <a:prstGeom prst="rect">
            <a:avLst/>
          </a:prstGeom>
        </p:spPr>
      </p:pic>
      <p:pic>
        <p:nvPicPr>
          <p:cNvPr id="6" name="Image 5" descr="Une image contenant texte, Police, capture d’écran, Rectangle&#10;&#10;Le contenu généré par l’IA peut être incorrect.">
            <a:extLst>
              <a:ext uri="{FF2B5EF4-FFF2-40B4-BE49-F238E27FC236}">
                <a16:creationId xmlns:a16="http://schemas.microsoft.com/office/drawing/2014/main" id="{EC9A2B5F-55F6-DEFB-C20F-3DC6ACF51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029" y="-8061"/>
            <a:ext cx="2029558" cy="822082"/>
          </a:xfrm>
          <a:prstGeom prst="rect">
            <a:avLst/>
          </a:prstGeom>
        </p:spPr>
      </p:pic>
      <p:pic>
        <p:nvPicPr>
          <p:cNvPr id="7" name="Image 6" descr="Une image contenant texte, écriture manuscrite, Post-it, ligne&#10;&#10;Le contenu généré par l’IA peut être incorrect.">
            <a:extLst>
              <a:ext uri="{FF2B5EF4-FFF2-40B4-BE49-F238E27FC236}">
                <a16:creationId xmlns:a16="http://schemas.microsoft.com/office/drawing/2014/main" id="{764292B4-CCAA-000A-F091-5612D2E6B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487" y="1416537"/>
            <a:ext cx="4727331" cy="1167424"/>
          </a:xfrm>
          <a:prstGeom prst="rect">
            <a:avLst/>
          </a:prstGeom>
        </p:spPr>
      </p:pic>
      <p:pic>
        <p:nvPicPr>
          <p:cNvPr id="9" name="Image 8" descr="Une image contenant texte, conception&#10;&#10;Le contenu généré par l’IA peut être incorrect.">
            <a:extLst>
              <a:ext uri="{FF2B5EF4-FFF2-40B4-BE49-F238E27FC236}">
                <a16:creationId xmlns:a16="http://schemas.microsoft.com/office/drawing/2014/main" id="{825307AB-0F20-ACD1-EE2B-A3ACFA5BC2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8493" y="2823063"/>
            <a:ext cx="4972051" cy="1480528"/>
          </a:xfrm>
          <a:prstGeom prst="rect">
            <a:avLst/>
          </a:prstGeom>
        </p:spPr>
      </p:pic>
      <p:pic>
        <p:nvPicPr>
          <p:cNvPr id="8" name="Image 7" descr="Une image contenant diagramme&#10;&#10;Le contenu généré par l’IA peut être incorrect.">
            <a:extLst>
              <a:ext uri="{FF2B5EF4-FFF2-40B4-BE49-F238E27FC236}">
                <a16:creationId xmlns:a16="http://schemas.microsoft.com/office/drawing/2014/main" id="{2BC0AA4C-4123-110A-5A52-31907254A9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8495" y="2581519"/>
            <a:ext cx="5151316" cy="1138115"/>
          </a:xfrm>
          <a:prstGeom prst="rect">
            <a:avLst/>
          </a:prstGeom>
        </p:spPr>
      </p:pic>
      <p:pic>
        <p:nvPicPr>
          <p:cNvPr id="10" name="Image 9" descr="Une image contenant texte&#10;&#10;Le contenu généré par l’IA peut être incorrect.">
            <a:extLst>
              <a:ext uri="{FF2B5EF4-FFF2-40B4-BE49-F238E27FC236}">
                <a16:creationId xmlns:a16="http://schemas.microsoft.com/office/drawing/2014/main" id="{84DF86E0-64F0-2289-F731-5A8E436FA3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7996" y="4303100"/>
            <a:ext cx="2992315" cy="1509835"/>
          </a:xfrm>
          <a:prstGeom prst="rect">
            <a:avLst/>
          </a:prstGeom>
        </p:spPr>
      </p:pic>
      <p:pic>
        <p:nvPicPr>
          <p:cNvPr id="11" name="Image 10" descr="Une image contenant texte&#10;&#10;Le contenu généré par l’IA peut être incorrect.">
            <a:extLst>
              <a:ext uri="{FF2B5EF4-FFF2-40B4-BE49-F238E27FC236}">
                <a16:creationId xmlns:a16="http://schemas.microsoft.com/office/drawing/2014/main" id="{EB6CA5DA-B0B6-0B8B-DF23-212C203625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0103" y="5813179"/>
            <a:ext cx="1601178" cy="109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6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3923-E448-8941-418F-FCDC75695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082537C-9F95-4F7F-A279-7FD299034E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5806" y="793971"/>
            <a:ext cx="621792" cy="62179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Espace réservé du numéro de diapositive 10">
            <a:extLst>
              <a:ext uri="{FF2B5EF4-FFF2-40B4-BE49-F238E27FC236}">
                <a16:creationId xmlns:a16="http://schemas.microsoft.com/office/drawing/2014/main" id="{0E9972C9-08A3-CF41-5AF2-087C4C88966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651903" y="809244"/>
            <a:ext cx="941832" cy="62179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3</a:t>
            </a:r>
            <a:endParaRPr lang="fr-FR" dirty="0"/>
          </a:p>
        </p:txBody>
      </p:sp>
      <p:sp>
        <p:nvSpPr>
          <p:cNvPr id="14" name="Titre 4">
            <a:extLst>
              <a:ext uri="{FF2B5EF4-FFF2-40B4-BE49-F238E27FC236}">
                <a16:creationId xmlns:a16="http://schemas.microsoft.com/office/drawing/2014/main" id="{C1D63F81-269F-01A3-01DD-9D5D8399B965}"/>
              </a:ext>
            </a:extLst>
          </p:cNvPr>
          <p:cNvSpPr txBox="1">
            <a:spLocks/>
          </p:cNvSpPr>
          <p:nvPr/>
        </p:nvSpPr>
        <p:spPr>
          <a:xfrm>
            <a:off x="2597336" y="722376"/>
            <a:ext cx="8870656" cy="764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Avantages/Inconvé</a:t>
            </a:r>
            <a:r>
              <a:rPr lang="fr-FR" sz="3200"/>
              <a:t>nients</a:t>
            </a:r>
            <a:endParaRPr lang="fr-FR" sz="3200" dirty="0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F93B8216-A59F-4192-C999-E059EDB753B5}"/>
              </a:ext>
            </a:extLst>
          </p:cNvPr>
          <p:cNvGrpSpPr/>
          <p:nvPr/>
        </p:nvGrpSpPr>
        <p:grpSpPr>
          <a:xfrm>
            <a:off x="7374407" y="2473776"/>
            <a:ext cx="2954310" cy="2796679"/>
            <a:chOff x="5513128" y="2099022"/>
            <a:chExt cx="2298491" cy="2123606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1BAEA2DF-69C6-B709-3873-11746CE2649C}"/>
                </a:ext>
              </a:extLst>
            </p:cNvPr>
            <p:cNvSpPr/>
            <p:nvPr/>
          </p:nvSpPr>
          <p:spPr>
            <a:xfrm>
              <a:off x="5513128" y="2099022"/>
              <a:ext cx="2298491" cy="212360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1" name="Graphique 10" descr="Pouce en bas avec un remplissage uni">
              <a:extLst>
                <a:ext uri="{FF2B5EF4-FFF2-40B4-BE49-F238E27FC236}">
                  <a16:creationId xmlns:a16="http://schemas.microsoft.com/office/drawing/2014/main" id="{1FF7DFA6-AC12-8176-94AB-F35770822F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07154" y="2209800"/>
              <a:ext cx="2095291" cy="1968750"/>
            </a:xfrm>
            <a:prstGeom prst="rect">
              <a:avLst/>
            </a:prstGeom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83248A7D-DBAE-9097-AC04-AAD8CDEC7045}"/>
              </a:ext>
            </a:extLst>
          </p:cNvPr>
          <p:cNvGrpSpPr/>
          <p:nvPr/>
        </p:nvGrpSpPr>
        <p:grpSpPr>
          <a:xfrm>
            <a:off x="1817637" y="2471347"/>
            <a:ext cx="3241622" cy="2800593"/>
            <a:chOff x="1449129" y="2096593"/>
            <a:chExt cx="2298491" cy="2126036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7F0A2D10-A2F2-38C5-FBD9-E2C9ED5DEF2A}"/>
                </a:ext>
              </a:extLst>
            </p:cNvPr>
            <p:cNvSpPr/>
            <p:nvPr/>
          </p:nvSpPr>
          <p:spPr>
            <a:xfrm>
              <a:off x="1449129" y="2099023"/>
              <a:ext cx="2298491" cy="212360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3" name="Graphique 12" descr="Signe pouce en haut avec un remplissage uni">
              <a:extLst>
                <a:ext uri="{FF2B5EF4-FFF2-40B4-BE49-F238E27FC236}">
                  <a16:creationId xmlns:a16="http://schemas.microsoft.com/office/drawing/2014/main" id="{FF82470F-561A-3E64-FD78-4CEEEAC44E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53134" y="2096593"/>
              <a:ext cx="1969955" cy="19824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458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9B8D1C32-CEDB-F6E2-A01E-72AE1A1D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fr-FR"/>
              <a:t>En pratique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7D61BAD3-11BF-AA74-F4B3-2ABC020772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517F181E-B3F5-EEEB-086C-37ADB36790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fr-FR"/>
              <a:t>4</a:t>
            </a:r>
          </a:p>
        </p:txBody>
      </p:sp>
      <p:sp>
        <p:nvSpPr>
          <p:cNvPr id="37" name="Espace réservé du contenu 11">
            <a:extLst>
              <a:ext uri="{FF2B5EF4-FFF2-40B4-BE49-F238E27FC236}">
                <a16:creationId xmlns:a16="http://schemas.microsoft.com/office/drawing/2014/main" id="{5A0B6713-6115-DBBD-CBC0-46106669FA1C}"/>
              </a:ext>
            </a:extLst>
          </p:cNvPr>
          <p:cNvSpPr txBox="1">
            <a:spLocks/>
          </p:cNvSpPr>
          <p:nvPr/>
        </p:nvSpPr>
        <p:spPr>
          <a:xfrm>
            <a:off x="8411170" y="5068369"/>
            <a:ext cx="3693744" cy="9171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>
                <a:ea typeface="+mn-lt"/>
                <a:cs typeface="+mn-lt"/>
              </a:rPr>
              <a:t>Les hyperparamètres clés de </a:t>
            </a:r>
            <a:r>
              <a:rPr lang="fr-FR" sz="1200" b="1" dirty="0" err="1">
                <a:ea typeface="+mn-lt"/>
                <a:cs typeface="+mn-lt"/>
              </a:rPr>
              <a:t>scikit-learn</a:t>
            </a:r>
            <a:endParaRPr lang="fr-FR" dirty="0" err="1"/>
          </a:p>
          <a:p>
            <a:endParaRPr lang="fr-FR" sz="1200" b="1" dirty="0">
              <a:latin typeface="Arial Black"/>
              <a:ea typeface="+mn-lt"/>
              <a:cs typeface="+mn-lt"/>
            </a:endParaRPr>
          </a:p>
          <a:p>
            <a:r>
              <a:rPr lang="fr-FR" sz="1000" dirty="0" err="1">
                <a:latin typeface="Consolas"/>
                <a:ea typeface="+mn-lt"/>
                <a:cs typeface="+mn-lt"/>
              </a:rPr>
              <a:t>n_estimators</a:t>
            </a:r>
            <a:r>
              <a:rPr lang="fr-FR" sz="1200" dirty="0">
                <a:ea typeface="+mn-lt"/>
                <a:cs typeface="+mn-lt"/>
              </a:rPr>
              <a:t>,</a:t>
            </a:r>
            <a:r>
              <a:rPr lang="fr-FR" sz="1200" dirty="0">
                <a:latin typeface="Arial Black"/>
                <a:ea typeface="+mn-lt"/>
                <a:cs typeface="+mn-lt"/>
              </a:rPr>
              <a:t> </a:t>
            </a:r>
            <a:r>
              <a:rPr lang="fr-FR" sz="1000" dirty="0" err="1">
                <a:latin typeface="Consolas"/>
                <a:ea typeface="+mn-lt"/>
                <a:cs typeface="+mn-lt"/>
              </a:rPr>
              <a:t>max_depth</a:t>
            </a:r>
            <a:r>
              <a:rPr lang="fr-FR" sz="1200" dirty="0">
                <a:ea typeface="+mn-lt"/>
                <a:cs typeface="+mn-lt"/>
              </a:rPr>
              <a:t>,</a:t>
            </a:r>
            <a:r>
              <a:rPr lang="fr-FR" sz="1200" dirty="0">
                <a:latin typeface="Arial Black"/>
                <a:ea typeface="+mn-lt"/>
                <a:cs typeface="+mn-lt"/>
              </a:rPr>
              <a:t> </a:t>
            </a:r>
            <a:r>
              <a:rPr lang="fr-FR" sz="1000" dirty="0" err="1">
                <a:latin typeface="Consolas"/>
                <a:ea typeface="+mn-lt"/>
                <a:cs typeface="+mn-lt"/>
              </a:rPr>
              <a:t>max_features</a:t>
            </a:r>
            <a:r>
              <a:rPr lang="fr-FR" sz="1200" dirty="0">
                <a:ea typeface="+mn-lt"/>
                <a:cs typeface="+mn-lt"/>
              </a:rPr>
              <a:t>,</a:t>
            </a:r>
            <a:endParaRPr lang="fr-FR" dirty="0" err="1">
              <a:latin typeface="Arial Black"/>
              <a:ea typeface="+mn-lt"/>
              <a:cs typeface="+mn-lt"/>
            </a:endParaRPr>
          </a:p>
          <a:p>
            <a:r>
              <a:rPr lang="fr-FR" sz="1000" dirty="0" err="1">
                <a:latin typeface="Consolas"/>
                <a:ea typeface="+mn-lt"/>
                <a:cs typeface="+mn-lt"/>
              </a:rPr>
              <a:t>min_samples_split</a:t>
            </a:r>
            <a:r>
              <a:rPr lang="fr-FR" sz="1200" dirty="0">
                <a:ea typeface="+mn-lt"/>
                <a:cs typeface="+mn-lt"/>
              </a:rPr>
              <a:t>, </a:t>
            </a:r>
            <a:r>
              <a:rPr lang="fr-FR" sz="1000" dirty="0" err="1">
                <a:latin typeface="Consolas"/>
                <a:ea typeface="+mn-lt"/>
                <a:cs typeface="+mn-lt"/>
              </a:rPr>
              <a:t>min_samples_leaf</a:t>
            </a:r>
            <a:r>
              <a:rPr lang="fr-FR" sz="1200" dirty="0">
                <a:ea typeface="+mn-lt"/>
                <a:cs typeface="+mn-lt"/>
              </a:rPr>
              <a:t>, </a:t>
            </a:r>
            <a:r>
              <a:rPr lang="fr-FR" sz="1000" dirty="0" err="1">
                <a:latin typeface="Consolas"/>
                <a:ea typeface="+mn-lt"/>
                <a:cs typeface="+mn-lt"/>
              </a:rPr>
              <a:t>bootstrap</a:t>
            </a:r>
            <a:endParaRPr lang="fr-FR" dirty="0"/>
          </a:p>
        </p:txBody>
      </p:sp>
      <p:sp>
        <p:nvSpPr>
          <p:cNvPr id="39" name="Espace réservé du contenu 2">
            <a:extLst>
              <a:ext uri="{FF2B5EF4-FFF2-40B4-BE49-F238E27FC236}">
                <a16:creationId xmlns:a16="http://schemas.microsoft.com/office/drawing/2014/main" id="{1957AB55-4D8E-24DA-CB1A-BD54AF067F3B}"/>
              </a:ext>
            </a:extLst>
          </p:cNvPr>
          <p:cNvSpPr txBox="1">
            <a:spLocks/>
          </p:cNvSpPr>
          <p:nvPr/>
        </p:nvSpPr>
        <p:spPr>
          <a:xfrm>
            <a:off x="815521" y="1985574"/>
            <a:ext cx="5016735" cy="38568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fr-FR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/>
            <a:r>
              <a:rPr lang="fr-FR" sz="1000" dirty="0" err="1">
                <a:ea typeface="+mn-lt"/>
                <a:cs typeface="+mn-lt"/>
              </a:rPr>
              <a:t>from</a:t>
            </a:r>
            <a:r>
              <a:rPr lang="fr-FR" sz="1000" dirty="0">
                <a:ea typeface="+mn-lt"/>
                <a:cs typeface="+mn-lt"/>
              </a:rPr>
              <a:t> </a:t>
            </a:r>
            <a:r>
              <a:rPr lang="fr-FR" sz="1000" dirty="0" err="1">
                <a:ea typeface="+mn-lt"/>
                <a:cs typeface="+mn-lt"/>
              </a:rPr>
              <a:t>sklearn.model_selection</a:t>
            </a:r>
            <a:r>
              <a:rPr lang="fr-FR" sz="1000" dirty="0">
                <a:ea typeface="+mn-lt"/>
                <a:cs typeface="+mn-lt"/>
              </a:rPr>
              <a:t> import </a:t>
            </a:r>
            <a:r>
              <a:rPr lang="fr-FR" sz="1000" dirty="0" err="1">
                <a:ea typeface="+mn-lt"/>
                <a:cs typeface="+mn-lt"/>
              </a:rPr>
              <a:t>train_test_split</a:t>
            </a:r>
            <a:endParaRPr lang="fr-FR" sz="1000" dirty="0"/>
          </a:p>
          <a:p>
            <a:pPr marL="283210" indent="-283210"/>
            <a:r>
              <a:rPr lang="fr-FR" sz="1000" dirty="0" err="1">
                <a:ea typeface="+mn-lt"/>
                <a:cs typeface="+mn-lt"/>
              </a:rPr>
              <a:t>from</a:t>
            </a:r>
            <a:r>
              <a:rPr lang="fr-FR" sz="1000" dirty="0">
                <a:ea typeface="+mn-lt"/>
                <a:cs typeface="+mn-lt"/>
              </a:rPr>
              <a:t> </a:t>
            </a:r>
            <a:r>
              <a:rPr lang="fr-FR" sz="1000" dirty="0" err="1">
                <a:ea typeface="+mn-lt"/>
                <a:cs typeface="+mn-lt"/>
              </a:rPr>
              <a:t>sklearn.ensemble</a:t>
            </a:r>
            <a:r>
              <a:rPr lang="fr-FR" sz="1000" dirty="0">
                <a:ea typeface="+mn-lt"/>
                <a:cs typeface="+mn-lt"/>
              </a:rPr>
              <a:t> import </a:t>
            </a:r>
            <a:r>
              <a:rPr lang="fr-FR" sz="1000" dirty="0" err="1">
                <a:ea typeface="+mn-lt"/>
                <a:cs typeface="+mn-lt"/>
              </a:rPr>
              <a:t>RandomForestClassifier</a:t>
            </a:r>
            <a:endParaRPr lang="fr-FR" sz="1000" dirty="0"/>
          </a:p>
          <a:p>
            <a:pPr marL="283210" indent="-283210"/>
            <a:r>
              <a:rPr lang="fr-FR" sz="1000" dirty="0" err="1">
                <a:ea typeface="+mn-lt"/>
                <a:cs typeface="+mn-lt"/>
              </a:rPr>
              <a:t>from</a:t>
            </a:r>
            <a:r>
              <a:rPr lang="fr-FR" sz="1000" dirty="0">
                <a:ea typeface="+mn-lt"/>
                <a:cs typeface="+mn-lt"/>
              </a:rPr>
              <a:t> </a:t>
            </a:r>
            <a:r>
              <a:rPr lang="fr-FR" sz="1000" dirty="0" err="1">
                <a:ea typeface="+mn-lt"/>
                <a:cs typeface="+mn-lt"/>
              </a:rPr>
              <a:t>sklearn.metrics</a:t>
            </a:r>
            <a:r>
              <a:rPr lang="fr-FR" sz="1000" dirty="0">
                <a:ea typeface="+mn-lt"/>
                <a:cs typeface="+mn-lt"/>
              </a:rPr>
              <a:t> import </a:t>
            </a:r>
            <a:r>
              <a:rPr lang="fr-FR" sz="1000" dirty="0" err="1">
                <a:ea typeface="+mn-lt"/>
                <a:cs typeface="+mn-lt"/>
              </a:rPr>
              <a:t>accuracy_score</a:t>
            </a:r>
            <a:endParaRPr lang="fr-FR" sz="1000" dirty="0"/>
          </a:p>
          <a:p>
            <a:pPr marL="283210" indent="-283210"/>
            <a:endParaRPr lang="fr-FR" sz="1000" dirty="0"/>
          </a:p>
          <a:p>
            <a:pPr marL="0" indent="0">
              <a:buNone/>
            </a:pPr>
            <a:r>
              <a:rPr lang="fr-FR" sz="1000" u="sng" dirty="0">
                <a:ea typeface="+mn-lt"/>
                <a:cs typeface="+mn-lt"/>
              </a:rPr>
              <a:t>Charger un </a:t>
            </a:r>
            <a:r>
              <a:rPr lang="fr-FR" sz="1000" u="sng" dirty="0" err="1">
                <a:ea typeface="+mn-lt"/>
                <a:cs typeface="+mn-lt"/>
              </a:rPr>
              <a:t>dataset</a:t>
            </a:r>
            <a:r>
              <a:rPr lang="fr-FR" sz="1000" u="sng" dirty="0">
                <a:ea typeface="+mn-lt"/>
                <a:cs typeface="+mn-lt"/>
              </a:rPr>
              <a:t> d'exemple </a:t>
            </a:r>
            <a:endParaRPr lang="fr-FR" sz="1000" u="sng" dirty="0"/>
          </a:p>
          <a:p>
            <a:pPr marL="0" indent="0">
              <a:buNone/>
            </a:pPr>
            <a:r>
              <a:rPr lang="fr-FR" sz="1000" dirty="0">
                <a:ea typeface="+mn-lt"/>
                <a:cs typeface="+mn-lt"/>
              </a:rPr>
              <a:t>data = ()</a:t>
            </a:r>
          </a:p>
          <a:p>
            <a:pPr marL="0" indent="0">
              <a:buNone/>
            </a:pPr>
            <a:r>
              <a:rPr lang="fr-FR" sz="1000" dirty="0">
                <a:ea typeface="+mn-lt"/>
                <a:cs typeface="+mn-lt"/>
              </a:rPr>
              <a:t>X = </a:t>
            </a:r>
            <a:r>
              <a:rPr lang="fr-FR" sz="1000" dirty="0" err="1">
                <a:ea typeface="+mn-lt"/>
                <a:cs typeface="+mn-lt"/>
              </a:rPr>
              <a:t>data.data</a:t>
            </a:r>
            <a:endParaRPr lang="fr-FR" sz="1000" dirty="0"/>
          </a:p>
          <a:p>
            <a:pPr marL="0" indent="0">
              <a:buNone/>
            </a:pPr>
            <a:r>
              <a:rPr lang="fr-FR" sz="1000" dirty="0">
                <a:ea typeface="+mn-lt"/>
                <a:cs typeface="+mn-lt"/>
              </a:rPr>
              <a:t>y = </a:t>
            </a:r>
            <a:r>
              <a:rPr lang="fr-FR" sz="1000" dirty="0" err="1">
                <a:ea typeface="+mn-lt"/>
                <a:cs typeface="+mn-lt"/>
              </a:rPr>
              <a:t>data.target</a:t>
            </a:r>
            <a:endParaRPr lang="fr-FR" sz="1000" dirty="0"/>
          </a:p>
          <a:p>
            <a:pPr marL="283210" indent="-283210"/>
            <a:endParaRPr lang="fr-FR" sz="1000" dirty="0"/>
          </a:p>
          <a:p>
            <a:pPr marL="0" indent="0">
              <a:buNone/>
            </a:pPr>
            <a:r>
              <a:rPr lang="fr-FR" sz="1000" u="sng" dirty="0">
                <a:ea typeface="+mn-lt"/>
                <a:cs typeface="+mn-lt"/>
              </a:rPr>
              <a:t>Séparer en train / test</a:t>
            </a:r>
            <a:endParaRPr lang="fr-FR" sz="1000" u="sng" dirty="0"/>
          </a:p>
          <a:p>
            <a:pPr marL="0" indent="0">
              <a:buNone/>
            </a:pPr>
            <a:r>
              <a:rPr lang="fr-FR" sz="1000" dirty="0" err="1">
                <a:ea typeface="+mn-lt"/>
                <a:cs typeface="+mn-lt"/>
              </a:rPr>
              <a:t>X_train</a:t>
            </a:r>
            <a:r>
              <a:rPr lang="fr-FR" sz="1000" dirty="0">
                <a:ea typeface="+mn-lt"/>
                <a:cs typeface="+mn-lt"/>
              </a:rPr>
              <a:t>, </a:t>
            </a:r>
            <a:r>
              <a:rPr lang="fr-FR" sz="1000" dirty="0" err="1">
                <a:ea typeface="+mn-lt"/>
                <a:cs typeface="+mn-lt"/>
              </a:rPr>
              <a:t>X_test</a:t>
            </a:r>
            <a:r>
              <a:rPr lang="fr-FR" sz="1000" dirty="0">
                <a:ea typeface="+mn-lt"/>
                <a:cs typeface="+mn-lt"/>
              </a:rPr>
              <a:t>, </a:t>
            </a:r>
            <a:r>
              <a:rPr lang="fr-FR" sz="1000" dirty="0" err="1">
                <a:ea typeface="+mn-lt"/>
                <a:cs typeface="+mn-lt"/>
              </a:rPr>
              <a:t>y_train</a:t>
            </a:r>
            <a:r>
              <a:rPr lang="fr-FR" sz="1000" dirty="0">
                <a:ea typeface="+mn-lt"/>
                <a:cs typeface="+mn-lt"/>
              </a:rPr>
              <a:t>, </a:t>
            </a:r>
            <a:r>
              <a:rPr lang="fr-FR" sz="1000" dirty="0" err="1">
                <a:ea typeface="+mn-lt"/>
                <a:cs typeface="+mn-lt"/>
              </a:rPr>
              <a:t>y_test</a:t>
            </a:r>
            <a:r>
              <a:rPr lang="fr-FR" sz="1000" dirty="0">
                <a:ea typeface="+mn-lt"/>
                <a:cs typeface="+mn-lt"/>
              </a:rPr>
              <a:t> = </a:t>
            </a:r>
            <a:r>
              <a:rPr lang="fr-FR" sz="1000" dirty="0" err="1">
                <a:ea typeface="+mn-lt"/>
                <a:cs typeface="+mn-lt"/>
              </a:rPr>
              <a:t>train_test_split</a:t>
            </a:r>
            <a:r>
              <a:rPr lang="fr-FR" sz="1000" dirty="0">
                <a:ea typeface="+mn-lt"/>
                <a:cs typeface="+mn-lt"/>
              </a:rPr>
              <a:t>(</a:t>
            </a:r>
            <a:endParaRPr lang="fr-FR" sz="1000" dirty="0"/>
          </a:p>
          <a:p>
            <a:pPr marL="0" indent="0">
              <a:buNone/>
            </a:pPr>
            <a:r>
              <a:rPr lang="fr-FR" sz="1000" dirty="0">
                <a:ea typeface="+mn-lt"/>
                <a:cs typeface="+mn-lt"/>
              </a:rPr>
              <a:t>X, y,</a:t>
            </a:r>
            <a:endParaRPr lang="fr-FR" sz="1000" dirty="0"/>
          </a:p>
          <a:p>
            <a:pPr marL="0" indent="0">
              <a:buNone/>
            </a:pPr>
            <a:r>
              <a:rPr lang="fr-FR" sz="1000" dirty="0" err="1">
                <a:ea typeface="+mn-lt"/>
                <a:cs typeface="+mn-lt"/>
              </a:rPr>
              <a:t>test_size</a:t>
            </a:r>
            <a:r>
              <a:rPr lang="fr-FR" sz="1000" dirty="0">
                <a:ea typeface="+mn-lt"/>
                <a:cs typeface="+mn-lt"/>
              </a:rPr>
              <a:t>=0.2,      # 20% pour le test</a:t>
            </a:r>
          </a:p>
          <a:p>
            <a:pPr marL="0" indent="0">
              <a:buNone/>
            </a:pPr>
            <a:r>
              <a:rPr lang="fr-FR" sz="1000" dirty="0" err="1">
                <a:ea typeface="+mn-lt"/>
                <a:cs typeface="+mn-lt"/>
              </a:rPr>
              <a:t>random_state</a:t>
            </a:r>
            <a:r>
              <a:rPr lang="fr-FR" sz="1000" dirty="0">
                <a:ea typeface="+mn-lt"/>
                <a:cs typeface="+mn-lt"/>
              </a:rPr>
              <a:t>=42,    # reproductibilité</a:t>
            </a:r>
            <a:endParaRPr lang="fr-FR" sz="1000" dirty="0"/>
          </a:p>
          <a:p>
            <a:pPr marL="0" indent="0">
              <a:buNone/>
            </a:pPr>
            <a:r>
              <a:rPr lang="fr-FR" sz="1000" dirty="0" err="1">
                <a:ea typeface="+mn-lt"/>
                <a:cs typeface="+mn-lt"/>
              </a:rPr>
              <a:t>stratify</a:t>
            </a:r>
            <a:r>
              <a:rPr lang="fr-FR" sz="1000" dirty="0">
                <a:ea typeface="+mn-lt"/>
                <a:cs typeface="+mn-lt"/>
              </a:rPr>
              <a:t>=y          # conserve les proportions de classes)</a:t>
            </a:r>
            <a:endParaRPr lang="fr-FR" sz="1000" dirty="0"/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72102954-E5EA-A3D4-1148-142C34A8C9E2}"/>
              </a:ext>
            </a:extLst>
          </p:cNvPr>
          <p:cNvSpPr txBox="1">
            <a:spLocks/>
          </p:cNvSpPr>
          <p:nvPr/>
        </p:nvSpPr>
        <p:spPr>
          <a:xfrm>
            <a:off x="5728632" y="1872343"/>
            <a:ext cx="5016735" cy="30000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fr-FR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000" u="sng" dirty="0">
                <a:ea typeface="+mn-lt"/>
                <a:cs typeface="+mn-lt"/>
              </a:rPr>
              <a:t>Définir le modèle </a:t>
            </a:r>
            <a:r>
              <a:rPr lang="fr-FR" sz="1000" u="sng" dirty="0" err="1">
                <a:ea typeface="+mn-lt"/>
                <a:cs typeface="+mn-lt"/>
              </a:rPr>
              <a:t>Random</a:t>
            </a:r>
            <a:r>
              <a:rPr lang="fr-FR" sz="1000" u="sng" dirty="0">
                <a:ea typeface="+mn-lt"/>
                <a:cs typeface="+mn-lt"/>
              </a:rPr>
              <a:t> Forest</a:t>
            </a:r>
            <a:endParaRPr lang="fr-FR" sz="1000" u="sng" dirty="0"/>
          </a:p>
          <a:p>
            <a:pPr marL="0" indent="0">
              <a:buNone/>
            </a:pPr>
            <a:r>
              <a:rPr lang="fr-FR" sz="1000" dirty="0" err="1">
                <a:ea typeface="+mn-lt"/>
                <a:cs typeface="+mn-lt"/>
              </a:rPr>
              <a:t>rf</a:t>
            </a:r>
            <a:r>
              <a:rPr lang="fr-FR" sz="1000" dirty="0">
                <a:ea typeface="+mn-lt"/>
                <a:cs typeface="+mn-lt"/>
              </a:rPr>
              <a:t> = </a:t>
            </a:r>
            <a:r>
              <a:rPr lang="fr-FR" sz="1000" dirty="0" err="1">
                <a:ea typeface="+mn-lt"/>
                <a:cs typeface="+mn-lt"/>
              </a:rPr>
              <a:t>RandomForestClassifier</a:t>
            </a:r>
            <a:r>
              <a:rPr lang="fr-FR" sz="1000" dirty="0">
                <a:ea typeface="+mn-lt"/>
                <a:cs typeface="+mn-lt"/>
              </a:rPr>
              <a:t>(</a:t>
            </a:r>
          </a:p>
          <a:p>
            <a:pPr marL="0" indent="0">
              <a:buNone/>
            </a:pPr>
            <a:r>
              <a:rPr lang="fr-FR" sz="1000" dirty="0" err="1">
                <a:ea typeface="+mn-lt"/>
                <a:cs typeface="+mn-lt"/>
              </a:rPr>
              <a:t>n_estimators</a:t>
            </a:r>
            <a:r>
              <a:rPr lang="fr-FR" sz="1000" dirty="0">
                <a:ea typeface="+mn-lt"/>
                <a:cs typeface="+mn-lt"/>
              </a:rPr>
              <a:t>=300,</a:t>
            </a:r>
            <a:endParaRPr lang="fr-FR" sz="1000" dirty="0"/>
          </a:p>
          <a:p>
            <a:pPr marL="0" indent="0">
              <a:buNone/>
            </a:pPr>
            <a:r>
              <a:rPr lang="fr-FR" sz="1000" dirty="0" err="1">
                <a:ea typeface="+mn-lt"/>
                <a:cs typeface="+mn-lt"/>
              </a:rPr>
              <a:t>Max_depth</a:t>
            </a:r>
            <a:r>
              <a:rPr lang="fr-FR" sz="1000" dirty="0">
                <a:ea typeface="+mn-lt"/>
                <a:cs typeface="+mn-lt"/>
              </a:rPr>
              <a:t> = None,</a:t>
            </a:r>
          </a:p>
          <a:p>
            <a:pPr marL="0" indent="0">
              <a:buNone/>
            </a:pPr>
            <a:r>
              <a:rPr lang="fr-FR" sz="1000" dirty="0" err="1">
                <a:ea typeface="+mn-lt"/>
                <a:cs typeface="+mn-lt"/>
              </a:rPr>
              <a:t>Min_samples_split</a:t>
            </a:r>
            <a:r>
              <a:rPr lang="fr-FR" sz="1000" dirty="0">
                <a:ea typeface="+mn-lt"/>
                <a:cs typeface="+mn-lt"/>
              </a:rPr>
              <a:t> = 2,</a:t>
            </a:r>
          </a:p>
          <a:p>
            <a:pPr marL="0" indent="0">
              <a:buNone/>
            </a:pPr>
            <a:r>
              <a:rPr lang="fr-FR" sz="1000" dirty="0" err="1">
                <a:ea typeface="+mn-lt"/>
                <a:cs typeface="+mn-lt"/>
              </a:rPr>
              <a:t>Min_samples_leaf</a:t>
            </a:r>
            <a:r>
              <a:rPr lang="fr-FR" sz="1000" dirty="0">
                <a:ea typeface="+mn-lt"/>
                <a:cs typeface="+mn-lt"/>
              </a:rPr>
              <a:t>= 1,</a:t>
            </a:r>
          </a:p>
          <a:p>
            <a:pPr marL="0" indent="0">
              <a:buNone/>
            </a:pPr>
            <a:r>
              <a:rPr lang="fr-FR" sz="1000" dirty="0">
                <a:ea typeface="+mn-lt"/>
                <a:cs typeface="+mn-lt"/>
              </a:rPr>
              <a:t> </a:t>
            </a:r>
            <a:r>
              <a:rPr lang="fr-FR" sz="1000" dirty="0" err="1">
                <a:ea typeface="+mn-lt"/>
                <a:cs typeface="+mn-lt"/>
              </a:rPr>
              <a:t>bootstrap</a:t>
            </a:r>
            <a:r>
              <a:rPr lang="fr-FR" sz="1000" dirty="0">
                <a:ea typeface="+mn-lt"/>
                <a:cs typeface="+mn-lt"/>
              </a:rPr>
              <a:t>=</a:t>
            </a:r>
            <a:r>
              <a:rPr lang="fr-FR" sz="1000" dirty="0" err="1">
                <a:ea typeface="+mn-lt"/>
                <a:cs typeface="+mn-lt"/>
              </a:rPr>
              <a:t>True</a:t>
            </a:r>
            <a:r>
              <a:rPr lang="fr-FR" sz="1000" dirty="0">
                <a:ea typeface="+mn-lt"/>
                <a:cs typeface="+mn-lt"/>
              </a:rPr>
              <a:t>,</a:t>
            </a:r>
            <a:endParaRPr lang="fr-FR" sz="1000" dirty="0"/>
          </a:p>
          <a:p>
            <a:pPr marL="0" indent="0">
              <a:buNone/>
            </a:pPr>
            <a:r>
              <a:rPr lang="fr-FR" sz="1000" dirty="0">
                <a:ea typeface="+mn-lt"/>
                <a:cs typeface="+mn-lt"/>
              </a:rPr>
              <a:t> </a:t>
            </a:r>
            <a:r>
              <a:rPr lang="fr-FR" sz="1000" dirty="0" err="1">
                <a:ea typeface="+mn-lt"/>
                <a:cs typeface="+mn-lt"/>
              </a:rPr>
              <a:t>max_samples</a:t>
            </a:r>
            <a:r>
              <a:rPr lang="fr-FR" sz="1000" dirty="0">
                <a:ea typeface="+mn-lt"/>
                <a:cs typeface="+mn-lt"/>
              </a:rPr>
              <a:t>=0.6,    # 60% des données par arbre</a:t>
            </a:r>
            <a:endParaRPr lang="fr-FR" sz="1000" dirty="0"/>
          </a:p>
          <a:p>
            <a:pPr marL="0" indent="0">
              <a:buNone/>
            </a:pPr>
            <a:r>
              <a:rPr lang="fr-FR" sz="1000" dirty="0">
                <a:ea typeface="+mn-lt"/>
                <a:cs typeface="+mn-lt"/>
              </a:rPr>
              <a:t>  </a:t>
            </a:r>
            <a:r>
              <a:rPr lang="fr-FR" sz="1000" dirty="0" err="1">
                <a:ea typeface="+mn-lt"/>
                <a:cs typeface="+mn-lt"/>
              </a:rPr>
              <a:t>random_state</a:t>
            </a:r>
            <a:r>
              <a:rPr lang="fr-FR" sz="1000" dirty="0">
                <a:ea typeface="+mn-lt"/>
                <a:cs typeface="+mn-lt"/>
              </a:rPr>
              <a:t>=42)</a:t>
            </a:r>
            <a:endParaRPr lang="fr-FR" sz="1000" dirty="0"/>
          </a:p>
          <a:p>
            <a:pPr marL="283210" indent="-283210"/>
            <a:endParaRPr lang="fr-FR" sz="1000" dirty="0"/>
          </a:p>
          <a:p>
            <a:pPr marL="283210" indent="-283210"/>
            <a:endParaRPr lang="fr-FR" sz="1000" dirty="0"/>
          </a:p>
          <a:p>
            <a:pPr marL="0" indent="0">
              <a:buNone/>
            </a:pPr>
            <a:r>
              <a:rPr lang="fr-FR" sz="1000" dirty="0">
                <a:ea typeface="+mn-lt"/>
                <a:cs typeface="+mn-lt"/>
              </a:rPr>
              <a:t> </a:t>
            </a:r>
            <a:r>
              <a:rPr lang="fr-FR" sz="1000" u="sng" dirty="0">
                <a:ea typeface="+mn-lt"/>
                <a:cs typeface="+mn-lt"/>
              </a:rPr>
              <a:t>Évaluer</a:t>
            </a:r>
            <a:endParaRPr lang="fr-FR" sz="1000" u="sng" dirty="0"/>
          </a:p>
          <a:p>
            <a:pPr marL="0" indent="0">
              <a:buNone/>
            </a:pPr>
            <a:r>
              <a:rPr lang="fr-FR" sz="1000" dirty="0">
                <a:ea typeface="+mn-lt"/>
                <a:cs typeface="+mn-lt"/>
              </a:rPr>
              <a:t>acc = </a:t>
            </a:r>
            <a:r>
              <a:rPr lang="fr-FR" sz="1000" dirty="0" err="1">
                <a:ea typeface="+mn-lt"/>
                <a:cs typeface="+mn-lt"/>
              </a:rPr>
              <a:t>accuracy_score</a:t>
            </a:r>
            <a:r>
              <a:rPr lang="fr-FR" sz="1000" dirty="0">
                <a:ea typeface="+mn-lt"/>
                <a:cs typeface="+mn-lt"/>
              </a:rPr>
              <a:t>(</a:t>
            </a:r>
            <a:r>
              <a:rPr lang="fr-FR" sz="1000" dirty="0" err="1">
                <a:ea typeface="+mn-lt"/>
                <a:cs typeface="+mn-lt"/>
              </a:rPr>
              <a:t>y_test</a:t>
            </a:r>
            <a:r>
              <a:rPr lang="fr-FR" sz="1000" dirty="0">
                <a:ea typeface="+mn-lt"/>
                <a:cs typeface="+mn-lt"/>
              </a:rPr>
              <a:t>, </a:t>
            </a:r>
            <a:r>
              <a:rPr lang="fr-FR" sz="1000" dirty="0" err="1">
                <a:ea typeface="+mn-lt"/>
                <a:cs typeface="+mn-lt"/>
              </a:rPr>
              <a:t>y_pred</a:t>
            </a:r>
            <a:r>
              <a:rPr lang="fr-FR" sz="1000" dirty="0">
                <a:ea typeface="+mn-lt"/>
                <a:cs typeface="+mn-lt"/>
              </a:rPr>
              <a:t>)</a:t>
            </a:r>
            <a:endParaRPr lang="fr-FR" sz="1000" dirty="0"/>
          </a:p>
          <a:p>
            <a:pPr marL="0" indent="0">
              <a:buNone/>
            </a:pPr>
            <a:r>
              <a:rPr lang="fr-FR" sz="1000" dirty="0" err="1">
                <a:ea typeface="+mn-lt"/>
                <a:cs typeface="+mn-lt"/>
              </a:rPr>
              <a:t>print</a:t>
            </a:r>
            <a:r>
              <a:rPr lang="fr-FR" sz="1000" dirty="0">
                <a:ea typeface="+mn-lt"/>
                <a:cs typeface="+mn-lt"/>
              </a:rPr>
              <a:t>(</a:t>
            </a:r>
            <a:r>
              <a:rPr lang="fr-FR" sz="1000" dirty="0" err="1">
                <a:ea typeface="+mn-lt"/>
                <a:cs typeface="+mn-lt"/>
              </a:rPr>
              <a:t>f"Accuracy</a:t>
            </a:r>
            <a:r>
              <a:rPr lang="fr-FR" sz="1000" dirty="0">
                <a:ea typeface="+mn-lt"/>
                <a:cs typeface="+mn-lt"/>
              </a:rPr>
              <a:t> : {acc:.4f}")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622709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41FC97-E8D5-7393-7A67-958EDC438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exte 1">
            <a:extLst>
              <a:ext uri="{FF2B5EF4-FFF2-40B4-BE49-F238E27FC236}">
                <a16:creationId xmlns:a16="http://schemas.microsoft.com/office/drawing/2014/main" id="{D6FB9D16-C530-61DD-3F93-8463AA37D100}"/>
              </a:ext>
            </a:extLst>
          </p:cNvPr>
          <p:cNvSpPr txBox="1">
            <a:spLocks/>
          </p:cNvSpPr>
          <p:nvPr/>
        </p:nvSpPr>
        <p:spPr>
          <a:xfrm>
            <a:off x="1273898" y="463080"/>
            <a:ext cx="9486313" cy="500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/>
              <a:t>Construction des arbres (structure &amp; règles)</a:t>
            </a:r>
          </a:p>
        </p:txBody>
      </p:sp>
      <p:sp>
        <p:nvSpPr>
          <p:cNvPr id="24" name="Espace réservé du contenu 2">
            <a:extLst>
              <a:ext uri="{FF2B5EF4-FFF2-40B4-BE49-F238E27FC236}">
                <a16:creationId xmlns:a16="http://schemas.microsoft.com/office/drawing/2014/main" id="{D12FD96A-0E04-244B-38CC-CD241E705E6D}"/>
              </a:ext>
            </a:extLst>
          </p:cNvPr>
          <p:cNvSpPr txBox="1">
            <a:spLocks/>
          </p:cNvSpPr>
          <p:nvPr/>
        </p:nvSpPr>
        <p:spPr>
          <a:xfrm>
            <a:off x="1271623" y="1455579"/>
            <a:ext cx="6550621" cy="4101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400">
                <a:ea typeface="+mn-lt"/>
                <a:cs typeface="+mn-lt"/>
              </a:rPr>
              <a:t>Comment chaque arbre est construit et jusqu’où il va </a:t>
            </a:r>
            <a:endParaRPr lang="fr-FR" sz="1400"/>
          </a:p>
        </p:txBody>
      </p:sp>
      <p:sp>
        <p:nvSpPr>
          <p:cNvPr id="26" name="Espace réservé du contenu 2">
            <a:extLst>
              <a:ext uri="{FF2B5EF4-FFF2-40B4-BE49-F238E27FC236}">
                <a16:creationId xmlns:a16="http://schemas.microsoft.com/office/drawing/2014/main" id="{0398A553-5929-A0DE-A1DA-AF5B0256B7D7}"/>
              </a:ext>
            </a:extLst>
          </p:cNvPr>
          <p:cNvSpPr txBox="1">
            <a:spLocks/>
          </p:cNvSpPr>
          <p:nvPr/>
        </p:nvSpPr>
        <p:spPr>
          <a:xfrm>
            <a:off x="1848985" y="2489451"/>
            <a:ext cx="8206505" cy="25740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/>
            <a:r>
              <a:rPr lang="fr-FR" sz="1200" dirty="0" err="1">
                <a:latin typeface="Consolas"/>
              </a:rPr>
              <a:t>criterion</a:t>
            </a:r>
            <a:r>
              <a:rPr lang="fr-FR" dirty="0"/>
              <a:t> → mesure de qualité des branches (</a:t>
            </a:r>
            <a:r>
              <a:rPr lang="fr-FR" dirty="0" err="1"/>
              <a:t>gini</a:t>
            </a:r>
            <a:r>
              <a:rPr lang="fr-FR" dirty="0"/>
              <a:t>, </a:t>
            </a:r>
            <a:r>
              <a:rPr lang="fr-FR" dirty="0" err="1"/>
              <a:t>entropy</a:t>
            </a:r>
            <a:r>
              <a:rPr lang="fr-FR" dirty="0"/>
              <a:t>…)</a:t>
            </a:r>
          </a:p>
          <a:p>
            <a:pPr marL="283210" indent="-283210"/>
            <a:r>
              <a:rPr lang="fr-FR" sz="1200" dirty="0" err="1">
                <a:latin typeface="Consolas"/>
              </a:rPr>
              <a:t>max_depth</a:t>
            </a:r>
            <a:r>
              <a:rPr lang="fr-FR" dirty="0"/>
              <a:t> → nombre d'étage</a:t>
            </a:r>
          </a:p>
          <a:p>
            <a:pPr marL="283210" indent="-283210"/>
            <a:r>
              <a:rPr lang="fr-FR" sz="1200" dirty="0" err="1">
                <a:latin typeface="Consolas"/>
              </a:rPr>
              <a:t>max_leaf_nodes</a:t>
            </a:r>
            <a:r>
              <a:rPr lang="fr-FR" dirty="0"/>
              <a:t> → nombre max de feuilles</a:t>
            </a:r>
            <a:endParaRPr lang="fr-FR"/>
          </a:p>
          <a:p>
            <a:pPr marL="283210" indent="-283210"/>
            <a:r>
              <a:rPr lang="fr-FR" sz="1200" dirty="0" err="1">
                <a:latin typeface="Consolas"/>
              </a:rPr>
              <a:t>min_samples_split</a:t>
            </a:r>
            <a:r>
              <a:rPr lang="fr-FR" dirty="0"/>
              <a:t> → minimum pour diviser</a:t>
            </a:r>
            <a:endParaRPr lang="fr-FR"/>
          </a:p>
          <a:p>
            <a:pPr marL="283210" indent="-283210"/>
            <a:r>
              <a:rPr lang="fr-FR" sz="1200" dirty="0" err="1">
                <a:latin typeface="Consolas"/>
              </a:rPr>
              <a:t>min_samples_leaf</a:t>
            </a:r>
            <a:r>
              <a:rPr lang="fr-FR" dirty="0"/>
              <a:t> → minimum dans une feuille</a:t>
            </a:r>
            <a:endParaRPr lang="fr-FR"/>
          </a:p>
          <a:p>
            <a:pPr marL="283210" indent="-283210"/>
            <a:r>
              <a:rPr lang="fr-FR" sz="1200" dirty="0" err="1">
                <a:latin typeface="Consolas"/>
              </a:rPr>
              <a:t>min_weight_fraction_leaf</a:t>
            </a:r>
            <a:r>
              <a:rPr lang="fr-FR" dirty="0"/>
              <a:t> → minimum en poids dans une feuille</a:t>
            </a:r>
            <a:endParaRPr lang="fr-FR"/>
          </a:p>
          <a:p>
            <a:pPr marL="283210" indent="-283210"/>
            <a:r>
              <a:rPr lang="fr-FR" sz="1200" dirty="0" err="1">
                <a:latin typeface="Consolas"/>
              </a:rPr>
              <a:t>min_impurity_decrease</a:t>
            </a:r>
            <a:r>
              <a:rPr lang="fr-FR" dirty="0"/>
              <a:t> → score minimum d'impureté accepter dans un </a:t>
            </a:r>
            <a:r>
              <a:rPr lang="fr-FR" dirty="0" err="1"/>
              <a:t>noeud</a:t>
            </a:r>
          </a:p>
        </p:txBody>
      </p:sp>
      <p:pic>
        <p:nvPicPr>
          <p:cNvPr id="28" name="Graphique 27" descr="Index pointant vers la droite vu du côté du dos de la main contour">
            <a:extLst>
              <a:ext uri="{FF2B5EF4-FFF2-40B4-BE49-F238E27FC236}">
                <a16:creationId xmlns:a16="http://schemas.microsoft.com/office/drawing/2014/main" id="{6B0035A1-C9DE-D46B-18D6-3021E36CD7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546" y="1452605"/>
            <a:ext cx="514663" cy="514663"/>
          </a:xfrm>
          <a:prstGeom prst="rect">
            <a:avLst/>
          </a:prstGeom>
        </p:spPr>
      </p:pic>
      <p:pic>
        <p:nvPicPr>
          <p:cNvPr id="30" name="Graphique 29" descr="Partie gauche du cerveau contour">
            <a:extLst>
              <a:ext uri="{FF2B5EF4-FFF2-40B4-BE49-F238E27FC236}">
                <a16:creationId xmlns:a16="http://schemas.microsoft.com/office/drawing/2014/main" id="{FD2D3C89-889B-D6DB-F428-E453AE3AC8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968" y="4960799"/>
            <a:ext cx="508417" cy="520909"/>
          </a:xfrm>
          <a:prstGeom prst="rect">
            <a:avLst/>
          </a:prstGeom>
        </p:spPr>
      </p:pic>
      <p:sp>
        <p:nvSpPr>
          <p:cNvPr id="32" name="Espace réservé du contenu 2">
            <a:extLst>
              <a:ext uri="{FF2B5EF4-FFF2-40B4-BE49-F238E27FC236}">
                <a16:creationId xmlns:a16="http://schemas.microsoft.com/office/drawing/2014/main" id="{2B8BEEBD-5678-C0E8-89E2-B9CE9913C8F6}"/>
              </a:ext>
            </a:extLst>
          </p:cNvPr>
          <p:cNvSpPr txBox="1">
            <a:spLocks/>
          </p:cNvSpPr>
          <p:nvPr/>
        </p:nvSpPr>
        <p:spPr>
          <a:xfrm>
            <a:off x="1161936" y="4962827"/>
            <a:ext cx="6330813" cy="5066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/>
              <a:t>Rôle :</a:t>
            </a:r>
            <a:r>
              <a:rPr lang="fr-FR"/>
              <a:t> définir la </a:t>
            </a:r>
            <a:r>
              <a:rPr lang="fr-FR" b="1"/>
              <a:t>forme et la complexité des arbres</a:t>
            </a:r>
            <a:endParaRPr lang="fr-FR" dirty="0"/>
          </a:p>
        </p:txBody>
      </p:sp>
      <p:pic>
        <p:nvPicPr>
          <p:cNvPr id="34" name="Graphique 33" descr="Arbre flétri avec un remplissage uni">
            <a:extLst>
              <a:ext uri="{FF2B5EF4-FFF2-40B4-BE49-F238E27FC236}">
                <a16:creationId xmlns:a16="http://schemas.microsoft.com/office/drawing/2014/main" id="{C90B727A-4FB4-093B-73EE-7ED8400E33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58384" y="2234224"/>
            <a:ext cx="1594339" cy="1570891"/>
          </a:xfrm>
          <a:prstGeom prst="rect">
            <a:avLst/>
          </a:prstGeom>
        </p:spPr>
      </p:pic>
      <p:pic>
        <p:nvPicPr>
          <p:cNvPr id="36" name="Graphique 35" descr="Arbre flétri avec un remplissage uni">
            <a:extLst>
              <a:ext uri="{FF2B5EF4-FFF2-40B4-BE49-F238E27FC236}">
                <a16:creationId xmlns:a16="http://schemas.microsoft.com/office/drawing/2014/main" id="{70F6883E-BA4F-B6E5-18E5-BEC63AD0D2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1560000">
            <a:off x="7756767" y="2503853"/>
            <a:ext cx="1594339" cy="1570891"/>
          </a:xfrm>
          <a:prstGeom prst="rect">
            <a:avLst/>
          </a:prstGeom>
        </p:spPr>
      </p:pic>
      <p:pic>
        <p:nvPicPr>
          <p:cNvPr id="38" name="Graphique 37" descr="Arbre flétri avec un remplissage uni">
            <a:extLst>
              <a:ext uri="{FF2B5EF4-FFF2-40B4-BE49-F238E27FC236}">
                <a16:creationId xmlns:a16="http://schemas.microsoft.com/office/drawing/2014/main" id="{8A760E0B-5E12-AAAF-D35C-C7679A02D4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280000">
            <a:off x="9931399" y="2814515"/>
            <a:ext cx="1594339" cy="157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301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BF618F-D3AB-AFF5-F309-D54E19A58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1">
            <a:extLst>
              <a:ext uri="{FF2B5EF4-FFF2-40B4-BE49-F238E27FC236}">
                <a16:creationId xmlns:a16="http://schemas.microsoft.com/office/drawing/2014/main" id="{766E3026-C6ED-B1FA-CA6A-36994D222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2484" y="452437"/>
            <a:ext cx="9486313" cy="500123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fr-FR"/>
            </a:defPPr>
          </a:lstStyle>
          <a:p>
            <a:r>
              <a:rPr lang="fr-FR" sz="2800">
                <a:ea typeface="+mn-lt"/>
                <a:cs typeface="+mn-lt"/>
              </a:rPr>
              <a:t>Randomisation &amp; diversité</a:t>
            </a:r>
            <a:endParaRPr lang="fr-FR" sz="2800"/>
          </a:p>
          <a:p>
            <a:endParaRPr lang="fr-FR" sz="2800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D53AD6C9-738E-106B-FCB1-B3364C7B0C48}"/>
              </a:ext>
            </a:extLst>
          </p:cNvPr>
          <p:cNvSpPr txBox="1">
            <a:spLocks/>
          </p:cNvSpPr>
          <p:nvPr/>
        </p:nvSpPr>
        <p:spPr>
          <a:xfrm>
            <a:off x="1376762" y="1219676"/>
            <a:ext cx="6550621" cy="4101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fr-FR"/>
            </a:defPPr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>
                <a:ea typeface="+mn-lt"/>
                <a:cs typeface="+mn-lt"/>
              </a:rPr>
              <a:t>Ce qui rend les arbres différents entre eux </a:t>
            </a:r>
            <a:br>
              <a:rPr lang="fr-FR" sz="1400" dirty="0">
                <a:ea typeface="+mn-lt"/>
                <a:cs typeface="+mn-lt"/>
              </a:rPr>
            </a:br>
            <a:endParaRPr lang="fr-FR" sz="1400">
              <a:ea typeface="+mn-lt"/>
              <a:cs typeface="+mn-lt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0883EAF2-CC92-FB46-CC8A-C3539F34BCC9}"/>
              </a:ext>
            </a:extLst>
          </p:cNvPr>
          <p:cNvSpPr txBox="1">
            <a:spLocks/>
          </p:cNvSpPr>
          <p:nvPr/>
        </p:nvSpPr>
        <p:spPr>
          <a:xfrm>
            <a:off x="2056701" y="1730894"/>
            <a:ext cx="6330813" cy="25740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/>
            <a:r>
              <a:rPr lang="fr-FR" sz="1800" dirty="0" err="1">
                <a:latin typeface="Consolas"/>
              </a:rPr>
              <a:t>n_estimators</a:t>
            </a:r>
            <a:r>
              <a:rPr lang="fr-FR" sz="1800" dirty="0">
                <a:ea typeface="+mn-lt"/>
                <a:cs typeface="+mn-lt"/>
              </a:rPr>
              <a:t> → nombre d’arbres</a:t>
            </a:r>
            <a:endParaRPr lang="fr-FR" sz="1800"/>
          </a:p>
          <a:p>
            <a:pPr marL="283210" indent="-283210"/>
            <a:r>
              <a:rPr lang="fr-FR" sz="1800" dirty="0" err="1">
                <a:latin typeface="Consolas"/>
              </a:rPr>
              <a:t>max_features</a:t>
            </a:r>
            <a:r>
              <a:rPr lang="fr-FR" sz="1800" dirty="0">
                <a:ea typeface="+mn-lt"/>
                <a:cs typeface="+mn-lt"/>
              </a:rPr>
              <a:t> → </a:t>
            </a:r>
            <a:r>
              <a:rPr lang="fr-FR" sz="1800" dirty="0" err="1">
                <a:ea typeface="+mn-lt"/>
                <a:cs typeface="+mn-lt"/>
              </a:rPr>
              <a:t>features</a:t>
            </a:r>
            <a:r>
              <a:rPr lang="fr-FR" sz="1800" dirty="0">
                <a:ea typeface="+mn-lt"/>
                <a:cs typeface="+mn-lt"/>
              </a:rPr>
              <a:t> testées à chaque split</a:t>
            </a:r>
          </a:p>
          <a:p>
            <a:pPr marL="283210" indent="-283210"/>
            <a:r>
              <a:rPr lang="fr-FR" sz="1800" dirty="0" err="1">
                <a:latin typeface="Consolas"/>
              </a:rPr>
              <a:t>bootstrap</a:t>
            </a:r>
            <a:r>
              <a:rPr lang="fr-FR" sz="1800" dirty="0">
                <a:ea typeface="+mn-lt"/>
                <a:cs typeface="+mn-lt"/>
              </a:rPr>
              <a:t> → tirage avec remise</a:t>
            </a:r>
            <a:endParaRPr lang="fr-FR" sz="1800"/>
          </a:p>
          <a:p>
            <a:pPr marL="283210" indent="-283210"/>
            <a:r>
              <a:rPr lang="fr-FR" sz="1800" dirty="0" err="1">
                <a:latin typeface="Consolas"/>
              </a:rPr>
              <a:t>max_samples</a:t>
            </a:r>
            <a:r>
              <a:rPr lang="fr-FR" sz="1800" dirty="0">
                <a:ea typeface="+mn-lt"/>
                <a:cs typeface="+mn-lt"/>
              </a:rPr>
              <a:t> → taille des échantillons</a:t>
            </a:r>
            <a:endParaRPr lang="fr-FR" sz="1800"/>
          </a:p>
          <a:p>
            <a:pPr marL="283210" indent="-283210"/>
            <a:r>
              <a:rPr lang="fr-FR" sz="1800" dirty="0" err="1">
                <a:latin typeface="Consolas"/>
              </a:rPr>
              <a:t>random_state</a:t>
            </a:r>
            <a:r>
              <a:rPr lang="fr-FR" sz="1800" dirty="0">
                <a:ea typeface="+mn-lt"/>
                <a:cs typeface="+mn-lt"/>
              </a:rPr>
              <a:t> → contrôle du hasard</a:t>
            </a:r>
            <a:endParaRPr lang="fr-FR" sz="180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13" name="Graphique 12" descr="Index pointant vers la droite vu du côté du dos de la main contour">
            <a:extLst>
              <a:ext uri="{FF2B5EF4-FFF2-40B4-BE49-F238E27FC236}">
                <a16:creationId xmlns:a16="http://schemas.microsoft.com/office/drawing/2014/main" id="{E130AC65-B4CC-8A4D-242E-759278F20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685" y="1216702"/>
            <a:ext cx="514663" cy="514663"/>
          </a:xfrm>
          <a:prstGeom prst="rect">
            <a:avLst/>
          </a:prstGeom>
        </p:spPr>
      </p:pic>
      <p:pic>
        <p:nvPicPr>
          <p:cNvPr id="15" name="Graphique 14" descr="Partie gauche du cerveau contour">
            <a:extLst>
              <a:ext uri="{FF2B5EF4-FFF2-40B4-BE49-F238E27FC236}">
                <a16:creationId xmlns:a16="http://schemas.microsoft.com/office/drawing/2014/main" id="{ABCA1427-5EEC-5A35-FF50-C8DDEEC19C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684" y="4202242"/>
            <a:ext cx="508417" cy="520909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F0DBFEAF-FC58-5A34-6999-9C90CBE3E9FE}"/>
              </a:ext>
            </a:extLst>
          </p:cNvPr>
          <p:cNvSpPr txBox="1">
            <a:spLocks/>
          </p:cNvSpPr>
          <p:nvPr/>
        </p:nvSpPr>
        <p:spPr>
          <a:xfrm>
            <a:off x="1369652" y="4204270"/>
            <a:ext cx="6330813" cy="5066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/>
              <a:t>Rôle :</a:t>
            </a:r>
            <a:r>
              <a:rPr lang="fr-FR" dirty="0"/>
              <a:t> </a:t>
            </a:r>
            <a:r>
              <a:rPr lang="fr-FR">
                <a:ea typeface="+mn-lt"/>
                <a:cs typeface="+mn-lt"/>
              </a:rPr>
              <a:t>créer des arbres </a:t>
            </a:r>
            <a:r>
              <a:rPr lang="fr-FR" b="1">
                <a:ea typeface="+mn-lt"/>
                <a:cs typeface="+mn-lt"/>
              </a:rPr>
              <a:t>variés</a:t>
            </a:r>
            <a:r>
              <a:rPr lang="fr-FR">
                <a:ea typeface="+mn-lt"/>
                <a:cs typeface="+mn-lt"/>
              </a:rPr>
              <a:t> pour améliorer la robustesse </a:t>
            </a:r>
          </a:p>
        </p:txBody>
      </p:sp>
      <p:pic>
        <p:nvPicPr>
          <p:cNvPr id="18" name="Image 17" descr="Une image contenant symbole, Graphique, Police, clipart&#10;&#10;Le contenu généré par l’IA peut être incorrect.">
            <a:extLst>
              <a:ext uri="{FF2B5EF4-FFF2-40B4-BE49-F238E27FC236}">
                <a16:creationId xmlns:a16="http://schemas.microsoft.com/office/drawing/2014/main" id="{2425F428-0114-70D9-3032-730F45431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5951" y="3159370"/>
            <a:ext cx="2836190" cy="26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46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8B4A7-D48F-554E-F81F-2F3122B11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1">
            <a:extLst>
              <a:ext uri="{FF2B5EF4-FFF2-40B4-BE49-F238E27FC236}">
                <a16:creationId xmlns:a16="http://schemas.microsoft.com/office/drawing/2014/main" id="{430A5CF6-E52E-AE84-D944-544EEC560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2484" y="452437"/>
            <a:ext cx="8103967" cy="519661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fr-FR"/>
            </a:defPPr>
          </a:lstStyle>
          <a:p>
            <a:pPr marL="457200" indent="-457200">
              <a:buChar char="•"/>
            </a:pPr>
            <a:r>
              <a:rPr lang="fr-FR" sz="2800">
                <a:ea typeface="+mn-lt"/>
                <a:cs typeface="+mn-lt"/>
              </a:rPr>
              <a:t>Régularisation</a:t>
            </a:r>
            <a:r>
              <a:rPr lang="fr-FR" sz="2800" dirty="0">
                <a:ea typeface="+mn-lt"/>
                <a:cs typeface="+mn-lt"/>
              </a:rPr>
              <a:t> &amp; performance globale</a:t>
            </a:r>
          </a:p>
          <a:p>
            <a:endParaRPr lang="fr-FR" sz="2800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E3D56038-7BA7-BFB6-5B1B-18BE6171A00B}"/>
              </a:ext>
            </a:extLst>
          </p:cNvPr>
          <p:cNvSpPr txBox="1">
            <a:spLocks/>
          </p:cNvSpPr>
          <p:nvPr/>
        </p:nvSpPr>
        <p:spPr>
          <a:xfrm>
            <a:off x="1376762" y="1219676"/>
            <a:ext cx="6550621" cy="4101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fr-FR"/>
            </a:defPPr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>
                <a:ea typeface="+mn-lt"/>
                <a:cs typeface="+mn-lt"/>
              </a:rPr>
              <a:t>Ce qui empêche le modèle de sur-apprendre et améliore l’efficacité</a:t>
            </a:r>
            <a:r>
              <a:rPr lang="fr-FR" sz="1400" dirty="0">
                <a:ea typeface="+mn-lt"/>
                <a:cs typeface="+mn-lt"/>
              </a:rPr>
              <a:t> </a:t>
            </a:r>
            <a:br>
              <a:rPr lang="fr-FR" sz="1400" dirty="0">
                <a:ea typeface="+mn-lt"/>
                <a:cs typeface="+mn-lt"/>
              </a:rPr>
            </a:br>
            <a:endParaRPr lang="fr-FR" sz="1400" dirty="0">
              <a:ea typeface="+mn-lt"/>
              <a:cs typeface="+mn-lt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EC11D13F-3C05-1C88-CEC6-C410EE1DE197}"/>
              </a:ext>
            </a:extLst>
          </p:cNvPr>
          <p:cNvSpPr txBox="1">
            <a:spLocks/>
          </p:cNvSpPr>
          <p:nvPr/>
        </p:nvSpPr>
        <p:spPr>
          <a:xfrm>
            <a:off x="2056701" y="1730894"/>
            <a:ext cx="6330813" cy="25740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/>
            <a:r>
              <a:rPr lang="fr-FR" sz="1800" dirty="0" err="1">
                <a:latin typeface="Consolas"/>
              </a:rPr>
              <a:t>ccp_alpha</a:t>
            </a:r>
            <a:r>
              <a:rPr lang="fr-FR" sz="1800" dirty="0">
                <a:ea typeface="+mn-lt"/>
                <a:cs typeface="+mn-lt"/>
              </a:rPr>
              <a:t> → </a:t>
            </a:r>
            <a:r>
              <a:rPr lang="fr-FR" sz="1800" dirty="0" err="1">
                <a:ea typeface="+mn-lt"/>
                <a:cs typeface="+mn-lt"/>
              </a:rPr>
              <a:t>pruning</a:t>
            </a:r>
            <a:r>
              <a:rPr lang="fr-FR" sz="1800" dirty="0">
                <a:ea typeface="+mn-lt"/>
                <a:cs typeface="+mn-lt"/>
              </a:rPr>
              <a:t> (élagage)</a:t>
            </a:r>
            <a:endParaRPr lang="fr-FR" sz="1800" dirty="0"/>
          </a:p>
          <a:p>
            <a:pPr marL="283210" indent="-283210"/>
            <a:r>
              <a:rPr lang="fr-FR" sz="1800" dirty="0" err="1">
                <a:latin typeface="Consolas"/>
              </a:rPr>
              <a:t>class_weight</a:t>
            </a:r>
            <a:r>
              <a:rPr lang="fr-FR" sz="1800" dirty="0">
                <a:ea typeface="+mn-lt"/>
                <a:cs typeface="+mn-lt"/>
              </a:rPr>
              <a:t> → gestion du déséquilibre</a:t>
            </a:r>
            <a:endParaRPr lang="fr-FR" sz="1800"/>
          </a:p>
          <a:p>
            <a:pPr marL="283210" indent="-283210"/>
            <a:r>
              <a:rPr lang="fr-FR" sz="1800" dirty="0" err="1">
                <a:latin typeface="Consolas"/>
              </a:rPr>
              <a:t>oob_score</a:t>
            </a:r>
            <a:r>
              <a:rPr lang="fr-FR" sz="1800" dirty="0">
                <a:ea typeface="+mn-lt"/>
                <a:cs typeface="+mn-lt"/>
              </a:rPr>
              <a:t> → évaluation interne</a:t>
            </a:r>
            <a:endParaRPr lang="fr-FR" sz="1800"/>
          </a:p>
          <a:p>
            <a:pPr marL="283210" indent="-283210"/>
            <a:r>
              <a:rPr lang="fr-FR" sz="1800" dirty="0" err="1">
                <a:latin typeface="Consolas"/>
              </a:rPr>
              <a:t>n_jobs</a:t>
            </a:r>
            <a:r>
              <a:rPr lang="fr-FR" sz="1800" dirty="0">
                <a:ea typeface="+mn-lt"/>
                <a:cs typeface="+mn-lt"/>
              </a:rPr>
              <a:t> → parallélisation</a:t>
            </a:r>
            <a:endParaRPr lang="fr-FR" sz="1800"/>
          </a:p>
          <a:p>
            <a:pPr marL="283210" indent="-283210"/>
            <a:r>
              <a:rPr lang="fr-FR" sz="1800" dirty="0" err="1">
                <a:latin typeface="Consolas"/>
                <a:ea typeface="+mn-lt"/>
                <a:cs typeface="+mn-lt"/>
              </a:rPr>
              <a:t>verbose</a:t>
            </a:r>
            <a:r>
              <a:rPr lang="fr-FR" sz="1800" dirty="0">
                <a:ea typeface="+mn-lt"/>
                <a:cs typeface="+mn-lt"/>
              </a:rPr>
              <a:t> → affichage</a:t>
            </a:r>
            <a:endParaRPr lang="fr-FR" sz="1800"/>
          </a:p>
          <a:p>
            <a:pPr marL="283210" indent="-283210"/>
            <a:r>
              <a:rPr lang="fr-FR" sz="1800" dirty="0" err="1">
                <a:latin typeface="Consolas"/>
              </a:rPr>
              <a:t>warm_start</a:t>
            </a:r>
            <a:r>
              <a:rPr lang="fr-FR" sz="1800" dirty="0">
                <a:ea typeface="+mn-lt"/>
                <a:cs typeface="+mn-lt"/>
              </a:rPr>
              <a:t> → ajout progressif d’arbres</a:t>
            </a:r>
            <a:endParaRPr lang="fr-FR" sz="1800"/>
          </a:p>
        </p:txBody>
      </p:sp>
      <p:pic>
        <p:nvPicPr>
          <p:cNvPr id="13" name="Graphique 12" descr="Index pointant vers la droite vu du côté du dos de la main contour">
            <a:extLst>
              <a:ext uri="{FF2B5EF4-FFF2-40B4-BE49-F238E27FC236}">
                <a16:creationId xmlns:a16="http://schemas.microsoft.com/office/drawing/2014/main" id="{2BAFC2D7-951E-7484-BB02-017E807C6C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685" y="1216702"/>
            <a:ext cx="514663" cy="514663"/>
          </a:xfrm>
          <a:prstGeom prst="rect">
            <a:avLst/>
          </a:prstGeom>
        </p:spPr>
      </p:pic>
      <p:pic>
        <p:nvPicPr>
          <p:cNvPr id="15" name="Graphique 14" descr="Partie gauche du cerveau contour">
            <a:extLst>
              <a:ext uri="{FF2B5EF4-FFF2-40B4-BE49-F238E27FC236}">
                <a16:creationId xmlns:a16="http://schemas.microsoft.com/office/drawing/2014/main" id="{A85EB2A4-4196-D0DE-1AA8-69767373E3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5299" y="4573473"/>
            <a:ext cx="508417" cy="520909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2DDB39C3-4E6F-06CA-B62D-772144CDB859}"/>
              </a:ext>
            </a:extLst>
          </p:cNvPr>
          <p:cNvSpPr txBox="1">
            <a:spLocks/>
          </p:cNvSpPr>
          <p:nvPr/>
        </p:nvSpPr>
        <p:spPr>
          <a:xfrm>
            <a:off x="4984267" y="4575501"/>
            <a:ext cx="2667353" cy="13174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fr-FR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/>
              <a:t>Rôle :</a:t>
            </a:r>
            <a:r>
              <a:rPr lang="fr-FR" dirty="0"/>
              <a:t> </a:t>
            </a:r>
            <a:r>
              <a:rPr lang="fr-FR">
                <a:ea typeface="+mn-lt"/>
                <a:cs typeface="+mn-lt"/>
              </a:rPr>
              <a:t>rendre le modèle : </a:t>
            </a:r>
            <a:endParaRPr lang="fr-FR" dirty="0"/>
          </a:p>
          <a:p>
            <a:pPr marL="283210" indent="-283210"/>
            <a:r>
              <a:rPr lang="fr-FR">
                <a:ea typeface="+mn-lt"/>
                <a:cs typeface="+mn-lt"/>
              </a:rPr>
              <a:t>plus </a:t>
            </a:r>
            <a:r>
              <a:rPr lang="fr-FR" b="1">
                <a:ea typeface="+mn-lt"/>
                <a:cs typeface="+mn-lt"/>
              </a:rPr>
              <a:t>généralisable</a:t>
            </a:r>
            <a:endParaRPr lang="fr-FR" dirty="0"/>
          </a:p>
          <a:p>
            <a:pPr marL="283210" indent="-283210"/>
            <a:r>
              <a:rPr lang="fr-FR">
                <a:ea typeface="+mn-lt"/>
                <a:cs typeface="+mn-lt"/>
              </a:rPr>
              <a:t>plus </a:t>
            </a:r>
            <a:r>
              <a:rPr lang="fr-FR" b="1">
                <a:ea typeface="+mn-lt"/>
                <a:cs typeface="+mn-lt"/>
              </a:rPr>
              <a:t>stable</a:t>
            </a:r>
            <a:endParaRPr lang="fr-FR" dirty="0"/>
          </a:p>
          <a:p>
            <a:pPr marL="283210" indent="-283210"/>
            <a:r>
              <a:rPr lang="fr-FR">
                <a:ea typeface="+mn-lt"/>
                <a:cs typeface="+mn-lt"/>
              </a:rPr>
              <a:t>plus </a:t>
            </a:r>
            <a:r>
              <a:rPr lang="fr-FR" b="1">
                <a:ea typeface="+mn-lt"/>
                <a:cs typeface="+mn-lt"/>
              </a:rPr>
              <a:t>rapide</a:t>
            </a:r>
            <a:endParaRPr lang="fr-FR" dirty="0"/>
          </a:p>
          <a:p>
            <a:pPr marL="0" indent="0">
              <a:buNone/>
            </a:pPr>
            <a:endParaRPr lang="fr-FR" dirty="0">
              <a:ea typeface="+mn-lt"/>
              <a:cs typeface="+mn-lt"/>
            </a:endParaRPr>
          </a:p>
        </p:txBody>
      </p:sp>
      <p:pic>
        <p:nvPicPr>
          <p:cNvPr id="2" name="Graphique 1" descr="Arbre à feuilles caduques avec un remplissage uni">
            <a:extLst>
              <a:ext uri="{FF2B5EF4-FFF2-40B4-BE49-F238E27FC236}">
                <a16:creationId xmlns:a16="http://schemas.microsoft.com/office/drawing/2014/main" id="{37C2B8D8-CDB8-DB34-1927-9CE0D27A49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3070" y="998416"/>
            <a:ext cx="1710592" cy="1661746"/>
          </a:xfrm>
          <a:prstGeom prst="rect">
            <a:avLst/>
          </a:prstGeom>
        </p:spPr>
      </p:pic>
      <p:pic>
        <p:nvPicPr>
          <p:cNvPr id="3" name="Graphique 2" descr="Arbre à feuilles caduques avec un remplissage uni">
            <a:extLst>
              <a:ext uri="{FF2B5EF4-FFF2-40B4-BE49-F238E27FC236}">
                <a16:creationId xmlns:a16="http://schemas.microsoft.com/office/drawing/2014/main" id="{DCDE3A93-F762-72B7-6C60-A0A2AE5DE7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200000">
            <a:off x="7446108" y="1779954"/>
            <a:ext cx="1710592" cy="1661746"/>
          </a:xfrm>
          <a:prstGeom prst="rect">
            <a:avLst/>
          </a:prstGeom>
        </p:spPr>
      </p:pic>
      <p:pic>
        <p:nvPicPr>
          <p:cNvPr id="4" name="Graphique 3" descr="Arbre à feuilles caduques avec un remplissage uni">
            <a:extLst>
              <a:ext uri="{FF2B5EF4-FFF2-40B4-BE49-F238E27FC236}">
                <a16:creationId xmlns:a16="http://schemas.microsoft.com/office/drawing/2014/main" id="{C38EBAB0-88D4-A164-1197-0194BB0F5B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3000000">
            <a:off x="9609992" y="1989993"/>
            <a:ext cx="1710592" cy="166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42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>
            <a:extLst>
              <a:ext uri="{FF2B5EF4-FFF2-40B4-BE49-F238E27FC236}">
                <a16:creationId xmlns:a16="http://schemas.microsoft.com/office/drawing/2014/main" id="{E729A509-992F-8C10-902D-182448B5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Synthèse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1A502D19-C614-886C-4945-5880F36E09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E46CC291-411B-349C-8657-ED39C084F8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fr-FR"/>
              <a:t>5</a:t>
            </a:r>
            <a:endParaRPr lang="fr-FR" dirty="0"/>
          </a:p>
        </p:txBody>
      </p:sp>
      <p:sp>
        <p:nvSpPr>
          <p:cNvPr id="3" name="Espace réservé du contenu 11">
            <a:extLst>
              <a:ext uri="{FF2B5EF4-FFF2-40B4-BE49-F238E27FC236}">
                <a16:creationId xmlns:a16="http://schemas.microsoft.com/office/drawing/2014/main" id="{24C38E53-1309-F25A-9FC4-5577CA829584}"/>
              </a:ext>
            </a:extLst>
          </p:cNvPr>
          <p:cNvSpPr txBox="1">
            <a:spLocks/>
          </p:cNvSpPr>
          <p:nvPr/>
        </p:nvSpPr>
        <p:spPr>
          <a:xfrm>
            <a:off x="1818691" y="1980049"/>
            <a:ext cx="6670220" cy="9933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>
                <a:ea typeface="+mn-lt"/>
                <a:cs typeface="+mn-lt"/>
              </a:rPr>
              <a:t>L'union fait la force!!!</a:t>
            </a:r>
            <a:endParaRPr lang="fr-FR" sz="3600" dirty="0">
              <a:ea typeface="+mn-lt"/>
              <a:cs typeface="+mn-lt"/>
            </a:endParaRPr>
          </a:p>
          <a:p>
            <a:endParaRPr lang="fr-FR" sz="3600" dirty="0">
              <a:ea typeface="+mn-lt"/>
              <a:cs typeface="+mn-lt"/>
            </a:endParaRPr>
          </a:p>
          <a:p>
            <a:endParaRPr lang="fr-FR" sz="3600" dirty="0"/>
          </a:p>
        </p:txBody>
      </p:sp>
      <p:pic>
        <p:nvPicPr>
          <p:cNvPr id="4" name="Graphique 3" descr="Vivats avec un remplissage uni">
            <a:extLst>
              <a:ext uri="{FF2B5EF4-FFF2-40B4-BE49-F238E27FC236}">
                <a16:creationId xmlns:a16="http://schemas.microsoft.com/office/drawing/2014/main" id="{469A2958-BCBA-8928-6559-CCCDD35A65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8654" y="1713114"/>
            <a:ext cx="1078523" cy="1090246"/>
          </a:xfrm>
          <a:prstGeom prst="rect">
            <a:avLst/>
          </a:prstGeom>
        </p:spPr>
      </p:pic>
      <p:sp>
        <p:nvSpPr>
          <p:cNvPr id="14" name="Espace réservé du contenu 11">
            <a:extLst>
              <a:ext uri="{FF2B5EF4-FFF2-40B4-BE49-F238E27FC236}">
                <a16:creationId xmlns:a16="http://schemas.microsoft.com/office/drawing/2014/main" id="{14830A8A-6947-F595-B8A6-E8FBC2AF14D1}"/>
              </a:ext>
            </a:extLst>
          </p:cNvPr>
          <p:cNvSpPr txBox="1">
            <a:spLocks/>
          </p:cNvSpPr>
          <p:nvPr/>
        </p:nvSpPr>
        <p:spPr>
          <a:xfrm>
            <a:off x="1991469" y="2972218"/>
            <a:ext cx="5783924" cy="20502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8952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2416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>
                <a:ea typeface="+mn-lt"/>
                <a:cs typeface="+mn-lt"/>
              </a:rPr>
              <a:t>Les 3 piliers du </a:t>
            </a:r>
            <a:r>
              <a:rPr lang="fr-FR" sz="2000" dirty="0" err="1">
                <a:ea typeface="+mn-lt"/>
                <a:cs typeface="+mn-lt"/>
              </a:rPr>
              <a:t>Random</a:t>
            </a:r>
            <a:r>
              <a:rPr lang="fr-FR" sz="2000" dirty="0">
                <a:ea typeface="+mn-lt"/>
                <a:cs typeface="+mn-lt"/>
              </a:rPr>
              <a:t> Forest : </a:t>
            </a:r>
          </a:p>
          <a:p>
            <a:endParaRPr lang="fr-FR" sz="2000" dirty="0">
              <a:ea typeface="+mn-lt"/>
              <a:cs typeface="+mn-lt"/>
            </a:endParaRPr>
          </a:p>
          <a:p>
            <a:pPr marL="511810" lvl="1" indent="-228600">
              <a:buAutoNum type="arabicPeriod"/>
            </a:pPr>
            <a:r>
              <a:rPr lang="fr-FR" sz="2000">
                <a:ea typeface="+mn-lt"/>
                <a:cs typeface="+mn-lt"/>
              </a:rPr>
              <a:t>La Diversité,</a:t>
            </a:r>
            <a:endParaRPr lang="fr-FR" sz="2000" dirty="0">
              <a:ea typeface="+mn-lt"/>
              <a:cs typeface="+mn-lt"/>
            </a:endParaRPr>
          </a:p>
          <a:p>
            <a:pPr marL="511810" lvl="1" indent="-228600">
              <a:buAutoNum type="arabicPeriod"/>
            </a:pPr>
            <a:r>
              <a:rPr lang="fr-FR" sz="2000">
                <a:ea typeface="+mn-lt"/>
                <a:cs typeface="+mn-lt"/>
              </a:rPr>
              <a:t>L'Impartialité,</a:t>
            </a:r>
            <a:endParaRPr lang="fr-FR" sz="2000" dirty="0">
              <a:ea typeface="+mn-lt"/>
              <a:cs typeface="+mn-lt"/>
            </a:endParaRPr>
          </a:p>
          <a:p>
            <a:pPr marL="511810" lvl="1" indent="-228600">
              <a:buAutoNum type="arabicPeriod"/>
            </a:pPr>
            <a:r>
              <a:rPr lang="fr-FR" sz="2000">
                <a:ea typeface="+mn-lt"/>
                <a:cs typeface="+mn-lt"/>
              </a:rPr>
              <a:t>La </a:t>
            </a:r>
            <a:r>
              <a:rPr lang="fr-FR" sz="2000" dirty="0">
                <a:ea typeface="+mn-lt"/>
                <a:cs typeface="+mn-lt"/>
              </a:rPr>
              <a:t>Démocratie.</a:t>
            </a:r>
            <a:endParaRPr lang="fr-FR" sz="200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7B66FB0C-FD93-67A5-247B-E985A27AE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fr-FR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3108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1945C2F8-2E24-F46B-AC7B-3070B3814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Merci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95BED50-F197-7F8F-D3BB-565DFA982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121993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ustom 19">
      <a:dk1>
        <a:srgbClr val="231F20"/>
      </a:dk1>
      <a:lt1>
        <a:srgbClr val="FFFFFF"/>
      </a:lt1>
      <a:dk2>
        <a:srgbClr val="231F20"/>
      </a:dk2>
      <a:lt2>
        <a:srgbClr val="FDF9E2"/>
      </a:lt2>
      <a:accent1>
        <a:srgbClr val="FC2834"/>
      </a:accent1>
      <a:accent2>
        <a:srgbClr val="43AAC7"/>
      </a:accent2>
      <a:accent3>
        <a:srgbClr val="00AA59"/>
      </a:accent3>
      <a:accent4>
        <a:srgbClr val="FEA000"/>
      </a:accent4>
      <a:accent5>
        <a:srgbClr val="FDEE6B"/>
      </a:accent5>
      <a:accent6>
        <a:srgbClr val="3266A6"/>
      </a:accent6>
      <a:hlink>
        <a:srgbClr val="FC2734"/>
      </a:hlink>
      <a:folHlink>
        <a:srgbClr val="42AAC7"/>
      </a:folHlink>
    </a:clrScheme>
    <a:fontScheme name="Custom 26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_Design_Win32_SW_v11" id="{D7435ACC-9DD3-4D5B-A984-7326EB7AF7CB}" vid="{7C01AFE1-C5EE-47B6-A71D-62A9F78E446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30B917-A3AD-46B5-A6A4-F876E3BAC3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31C809-C6F0-48D7-BF3E-4570CDAF51A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E8C75813-FBB5-478B-828B-AC67018E27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539</Words>
  <Application>Microsoft Office PowerPoint</Application>
  <PresentationFormat>Grand écran</PresentationFormat>
  <Paragraphs>112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Consolas</vt:lpstr>
      <vt:lpstr>Thème Office</vt:lpstr>
      <vt:lpstr>Random  Forest</vt:lpstr>
      <vt:lpstr>Programme</vt:lpstr>
      <vt:lpstr>Contexte</vt:lpstr>
      <vt:lpstr>Cas d'une Classification</vt:lpstr>
      <vt:lpstr>Comment marche random forest? </vt:lpstr>
      <vt:lpstr>Présentation PowerPoint</vt:lpstr>
      <vt:lpstr>Présentation PowerPoint</vt:lpstr>
      <vt:lpstr>En pratique</vt:lpstr>
      <vt:lpstr>Présentation PowerPoint</vt:lpstr>
      <vt:lpstr>Présentation PowerPoint</vt:lpstr>
      <vt:lpstr>Présentation PowerPoint</vt:lpstr>
      <vt:lpstr>Synthèse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Elodie OSSWALD</cp:lastModifiedBy>
  <cp:revision>668</cp:revision>
  <dcterms:created xsi:type="dcterms:W3CDTF">2026-04-08T12:02:29Z</dcterms:created>
  <dcterms:modified xsi:type="dcterms:W3CDTF">2026-04-09T14:11:32Z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